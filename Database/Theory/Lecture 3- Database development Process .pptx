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412" y="1144523"/>
            <a:ext cx="8298942" cy="8435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4000" y="548640"/>
            <a:ext cx="9144000" cy="441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60398" y="2229103"/>
            <a:ext cx="8871203" cy="248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12426" y="6062436"/>
            <a:ext cx="205104" cy="158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590B8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4019" y="1875282"/>
            <a:ext cx="72491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90" dirty="0">
                <a:solidFill>
                  <a:srgbClr val="1A315F"/>
                </a:solidFill>
                <a:latin typeface="Trebuchet MS"/>
                <a:cs typeface="Trebuchet MS"/>
              </a:rPr>
              <a:t>DATABASE</a:t>
            </a:r>
            <a:r>
              <a:rPr sz="3600" b="1" spc="-60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sz="3600" b="1" spc="-5" dirty="0">
                <a:solidFill>
                  <a:srgbClr val="1A315F"/>
                </a:solidFill>
                <a:latin typeface="Trebuchet MS"/>
                <a:cs typeface="Trebuchet MS"/>
              </a:rPr>
              <a:t>MANAGEMENT</a:t>
            </a:r>
            <a:r>
              <a:rPr sz="3600" b="1" spc="-105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sz="3600" b="1" spc="-5" dirty="0">
                <a:solidFill>
                  <a:srgbClr val="1A315F"/>
                </a:solidFill>
                <a:latin typeface="Trebuchet MS"/>
                <a:cs typeface="Trebuchet MS"/>
              </a:rPr>
              <a:t>SYSTEMS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7408" y="3086100"/>
            <a:ext cx="10986770" cy="3305810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Times New Roman"/>
              <a:cs typeface="Times New Roman"/>
            </a:endParaRPr>
          </a:p>
          <a:p>
            <a:pPr marR="438784"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Subject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Teacher: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Junaid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Javed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Korai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2398" y="1870709"/>
            <a:ext cx="7365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10" dirty="0">
                <a:solidFill>
                  <a:srgbClr val="1A315F"/>
                </a:solidFill>
                <a:latin typeface="Gill Sans MT"/>
                <a:cs typeface="Gill Sans MT"/>
              </a:rPr>
              <a:t>DATABASE</a:t>
            </a:r>
            <a:r>
              <a:rPr sz="3600" spc="-25" dirty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sz="3600" dirty="0">
                <a:solidFill>
                  <a:srgbClr val="1A315F"/>
                </a:solidFill>
                <a:latin typeface="Gill Sans MT"/>
                <a:cs typeface="Gill Sans MT"/>
              </a:rPr>
              <a:t>DEVELOPMENT</a:t>
            </a:r>
            <a:r>
              <a:rPr sz="3600" spc="-10" dirty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sz="3600" spc="-35" dirty="0">
                <a:solidFill>
                  <a:srgbClr val="1A315F"/>
                </a:solidFill>
                <a:latin typeface="Gill Sans MT"/>
                <a:cs typeface="Gill Sans MT"/>
              </a:rPr>
              <a:t>PROCESS</a:t>
            </a:r>
            <a:endParaRPr sz="36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66423" y="6062436"/>
            <a:ext cx="82550" cy="1581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solidFill>
                  <a:srgbClr val="2E5AAC"/>
                </a:solidFill>
                <a:latin typeface="Gill Sans MT"/>
                <a:cs typeface="Gill Sans MT"/>
              </a:rPr>
              <a:t>2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7408" y="3086100"/>
            <a:ext cx="10986770" cy="3305810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88290" rIns="0" bIns="0" rtlCol="0">
            <a:spAutoFit/>
          </a:bodyPr>
          <a:lstStyle/>
          <a:p>
            <a:pPr marR="1837689" algn="ctr">
              <a:lnSpc>
                <a:spcPct val="100000"/>
              </a:lnSpc>
              <a:spcBef>
                <a:spcPts val="2270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401320" marR="544195" algn="just">
              <a:lnSpc>
                <a:spcPct val="100000"/>
              </a:lnSpc>
              <a:spcBef>
                <a:spcPts val="2030"/>
              </a:spcBef>
            </a:pPr>
            <a:r>
              <a:rPr sz="1600" b="1" spc="5" dirty="0">
                <a:solidFill>
                  <a:srgbClr val="FFFFCC"/>
                </a:solidFill>
                <a:latin typeface="Gill Sans MT"/>
                <a:cs typeface="Gill Sans MT"/>
              </a:rPr>
              <a:t>Disclaimer: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material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used in this presentation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deliver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i.e.,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definitions/text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and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pictures/graphs </a:t>
            </a:r>
            <a:r>
              <a:rPr sz="1600" spc="5" dirty="0">
                <a:solidFill>
                  <a:srgbClr val="FFFFCC"/>
                </a:solidFill>
                <a:latin typeface="Gill Sans MT"/>
                <a:cs typeface="Gill Sans MT"/>
              </a:rPr>
              <a:t>etc. </a:t>
            </a:r>
            <a:r>
              <a:rPr sz="1600" spc="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does not solely belong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author/presenter.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presenter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has gathered this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material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from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various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sources on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 web/textbooks.</a:t>
            </a:r>
            <a:r>
              <a:rPr sz="16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Following</a:t>
            </a:r>
            <a:r>
              <a:rPr sz="1600" spc="4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sources</a:t>
            </a:r>
            <a:r>
              <a:rPr sz="1600" spc="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are</a:t>
            </a:r>
            <a:r>
              <a:rPr sz="1600" spc="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especially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acknowledged:</a:t>
            </a:r>
            <a:endParaRPr sz="1600">
              <a:latin typeface="Gill Sans MT"/>
              <a:cs typeface="Gill Sans MT"/>
            </a:endParaRPr>
          </a:p>
          <a:p>
            <a:pPr marL="744220" marR="563880" indent="-342900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744220" algn="l"/>
                <a:tab pos="744855" algn="l"/>
              </a:tabLst>
            </a:pPr>
            <a:r>
              <a:rPr sz="1400" spc="-15" dirty="0">
                <a:solidFill>
                  <a:srgbClr val="FFFFCC"/>
                </a:solidFill>
                <a:latin typeface="Gill Sans MT"/>
                <a:cs typeface="Gill Sans MT"/>
              </a:rPr>
              <a:t>Connolly,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Thomas</a:t>
            </a:r>
            <a:r>
              <a:rPr sz="1400" spc="14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M.,</a:t>
            </a:r>
            <a:r>
              <a:rPr sz="1400" spc="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sz="1400" spc="14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FFFFCC"/>
                </a:solidFill>
                <a:latin typeface="Gill Sans MT"/>
                <a:cs typeface="Gill Sans MT"/>
              </a:rPr>
              <a:t>Carolyn</a:t>
            </a:r>
            <a:r>
              <a:rPr sz="1400" spc="14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E.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Begg.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sz="1400" i="1" spc="16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systems:</a:t>
            </a:r>
            <a:r>
              <a:rPr sz="1400" i="1" spc="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a</a:t>
            </a:r>
            <a:r>
              <a:rPr sz="1400" i="1" spc="15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10" dirty="0">
                <a:solidFill>
                  <a:srgbClr val="FFFFCC"/>
                </a:solidFill>
                <a:latin typeface="Gill Sans MT"/>
                <a:cs typeface="Gill Sans MT"/>
              </a:rPr>
              <a:t>practical</a:t>
            </a:r>
            <a:r>
              <a:rPr sz="1400" i="1" spc="15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approach</a:t>
            </a:r>
            <a:r>
              <a:rPr sz="1400" i="1" spc="15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sz="1400" i="1" spc="14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design,</a:t>
            </a:r>
            <a:r>
              <a:rPr sz="1400" i="1" spc="1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implementation,</a:t>
            </a:r>
            <a:r>
              <a:rPr sz="1400" i="1" spc="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sz="1400" i="1" spc="15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FFFFCC"/>
                </a:solidFill>
                <a:latin typeface="Gill Sans MT"/>
                <a:cs typeface="Gill Sans MT"/>
              </a:rPr>
              <a:t>Pearson </a:t>
            </a:r>
            <a:r>
              <a:rPr sz="1400" spc="-37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Education,</a:t>
            </a:r>
            <a:r>
              <a:rPr sz="1400" spc="-18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2005.</a:t>
            </a:r>
            <a:endParaRPr sz="1400">
              <a:latin typeface="Gill Sans MT"/>
              <a:cs typeface="Gill Sans MT"/>
            </a:endParaRPr>
          </a:p>
          <a:p>
            <a:pPr marL="744220" indent="-343535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744220" algn="l"/>
                <a:tab pos="744855" algn="l"/>
              </a:tabLst>
            </a:pP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2.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25" dirty="0">
                <a:solidFill>
                  <a:srgbClr val="FFFFCC"/>
                </a:solidFill>
                <a:latin typeface="Gill Sans MT"/>
                <a:cs typeface="Gill Sans MT"/>
              </a:rPr>
              <a:t>Hoffer,</a:t>
            </a:r>
            <a:r>
              <a:rPr sz="1400" spc="-1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5" dirty="0">
                <a:solidFill>
                  <a:srgbClr val="FFFFCC"/>
                </a:solidFill>
                <a:latin typeface="Gill Sans MT"/>
                <a:cs typeface="Gill Sans MT"/>
              </a:rPr>
              <a:t>Jeffrey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FFFFCC"/>
                </a:solidFill>
                <a:latin typeface="Gill Sans MT"/>
                <a:cs typeface="Gill Sans MT"/>
              </a:rPr>
              <a:t>A.,Venkataraman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Ramesh,</a:t>
            </a:r>
            <a:r>
              <a:rPr sz="1400" spc="-13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and Heikki</a:t>
            </a:r>
            <a:r>
              <a:rPr sz="1400" spc="-15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40" dirty="0">
                <a:solidFill>
                  <a:srgbClr val="FFFFCC"/>
                </a:solidFill>
                <a:latin typeface="Gill Sans MT"/>
                <a:cs typeface="Gill Sans MT"/>
              </a:rPr>
              <a:t>Topi.</a:t>
            </a:r>
            <a:r>
              <a:rPr sz="1400" spc="-15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Modern</a:t>
            </a:r>
            <a:r>
              <a:rPr sz="1400" i="1" spc="1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sz="1400" i="1" spc="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Upper</a:t>
            </a:r>
            <a:r>
              <a:rPr sz="1400" spc="-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Saddle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30" dirty="0">
                <a:solidFill>
                  <a:srgbClr val="FFFFCC"/>
                </a:solidFill>
                <a:latin typeface="Gill Sans MT"/>
                <a:cs typeface="Gill Sans MT"/>
              </a:rPr>
              <a:t>River,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NJ:</a:t>
            </a:r>
            <a:r>
              <a:rPr sz="1400" spc="-1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Prentice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Hall,,</a:t>
            </a:r>
            <a:r>
              <a:rPr sz="1400" spc="-1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2011.</a:t>
            </a:r>
            <a:endParaRPr sz="14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IN</a:t>
                      </a:r>
                      <a:r>
                        <a:rPr sz="2400" b="1" spc="-36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IS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LE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TUR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r>
                        <a:rPr sz="2400" b="1" spc="-434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2400" b="1" spc="-19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Y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OU</a:t>
                      </a:r>
                      <a:r>
                        <a:rPr sz="2400" b="1" spc="-32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ILL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LEA</a:t>
                      </a:r>
                      <a:r>
                        <a:rPr sz="2400" b="1" spc="-1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</a:t>
                      </a:r>
                      <a:r>
                        <a:rPr sz="2400" b="1" spc="-250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ABOU</a:t>
                      </a:r>
                      <a:r>
                        <a:rPr sz="2400" b="1" spc="-75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: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83463" y="3378454"/>
            <a:ext cx="4119879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0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5" dirty="0">
                <a:solidFill>
                  <a:srgbClr val="0D0D0D"/>
                </a:solidFill>
                <a:latin typeface="Gill Sans MT"/>
                <a:cs typeface="Gill Sans MT"/>
              </a:rPr>
              <a:t>Database</a:t>
            </a:r>
            <a:r>
              <a:rPr sz="1800" b="1" spc="-40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1800" b="1" spc="-15" dirty="0">
                <a:solidFill>
                  <a:srgbClr val="0D0D0D"/>
                </a:solidFill>
                <a:latin typeface="Gill Sans MT"/>
                <a:cs typeface="Gill Sans MT"/>
              </a:rPr>
              <a:t>Development</a:t>
            </a:r>
            <a:r>
              <a:rPr sz="1800" b="1" spc="-30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Gill Sans MT"/>
                <a:cs typeface="Gill Sans MT"/>
              </a:rPr>
              <a:t>Process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510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dirty="0">
                <a:solidFill>
                  <a:srgbClr val="0D0D0D"/>
                </a:solidFill>
                <a:latin typeface="Gill Sans MT"/>
                <a:cs typeface="Gill Sans MT"/>
              </a:rPr>
              <a:t>System</a:t>
            </a:r>
            <a:r>
              <a:rPr sz="1800" b="1" spc="-3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1800" b="1" spc="-15" dirty="0">
                <a:solidFill>
                  <a:srgbClr val="0D0D0D"/>
                </a:solidFill>
                <a:latin typeface="Gill Sans MT"/>
                <a:cs typeface="Gill Sans MT"/>
              </a:rPr>
              <a:t>Development</a:t>
            </a:r>
            <a:r>
              <a:rPr sz="1800" b="1" spc="-2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Gill Sans MT"/>
                <a:cs typeface="Gill Sans MT"/>
              </a:rPr>
              <a:t>Life</a:t>
            </a:r>
            <a:r>
              <a:rPr sz="1800" b="1" spc="-20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1800" b="1" dirty="0">
                <a:solidFill>
                  <a:srgbClr val="0D0D0D"/>
                </a:solidFill>
                <a:latin typeface="Gill Sans MT"/>
                <a:cs typeface="Gill Sans MT"/>
              </a:rPr>
              <a:t>Cycle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515"/>
              </a:spcBef>
              <a:buClr>
                <a:srgbClr val="45CAE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b="1" spc="-10" dirty="0">
                <a:solidFill>
                  <a:srgbClr val="0D0D0D"/>
                </a:solidFill>
                <a:latin typeface="Gill Sans MT"/>
                <a:cs typeface="Gill Sans MT"/>
              </a:rPr>
              <a:t>Prototyping</a:t>
            </a:r>
            <a:r>
              <a:rPr sz="1800" b="1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1800" b="1" spc="-5" dirty="0">
                <a:solidFill>
                  <a:srgbClr val="0D0D0D"/>
                </a:solidFill>
                <a:latin typeface="Gill Sans MT"/>
                <a:cs typeface="Gill Sans MT"/>
              </a:rPr>
              <a:t>Database</a:t>
            </a:r>
            <a:r>
              <a:rPr sz="1800" b="1" spc="-50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1800" b="1" spc="-5" dirty="0">
                <a:solidFill>
                  <a:srgbClr val="0D0D0D"/>
                </a:solidFill>
                <a:latin typeface="Gill Sans MT"/>
                <a:cs typeface="Gill Sans MT"/>
              </a:rPr>
              <a:t>Methodology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/>
          </a:p>
          <a:p>
            <a:pPr marL="294640">
              <a:lnSpc>
                <a:spcPct val="100000"/>
              </a:lnSpc>
              <a:spcBef>
                <a:spcPts val="2010"/>
              </a:spcBef>
            </a:pPr>
            <a:r>
              <a:rPr b="1" spc="-65" dirty="0">
                <a:latin typeface="Constantia"/>
                <a:cs typeface="Constantia"/>
              </a:rPr>
              <a:t>DATABASE</a:t>
            </a:r>
            <a:r>
              <a:rPr b="1" spc="20" dirty="0">
                <a:latin typeface="Constantia"/>
                <a:cs typeface="Constantia"/>
              </a:rPr>
              <a:t> </a:t>
            </a:r>
            <a:r>
              <a:rPr b="1" spc="-15" dirty="0">
                <a:latin typeface="Constantia"/>
                <a:cs typeface="Constantia"/>
              </a:rPr>
              <a:t>DEVELOPMENT</a:t>
            </a:r>
            <a:r>
              <a:rPr b="1" spc="-105" dirty="0">
                <a:latin typeface="Constantia"/>
                <a:cs typeface="Constantia"/>
              </a:rPr>
              <a:t> </a:t>
            </a:r>
            <a:r>
              <a:rPr b="1" spc="-25" dirty="0">
                <a:latin typeface="Constantia"/>
                <a:cs typeface="Constantia"/>
              </a:rPr>
              <a:t>PROCESS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78920" y="6062436"/>
            <a:ext cx="195580" cy="211454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fld id="{81D60167-4931-47E6-BA6A-407CBD079E47}" type="slidenum"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4</a:t>
            </a:fld>
            <a:endParaRPr sz="9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4948" y="2095627"/>
            <a:ext cx="10509885" cy="319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4800" algn="just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It is the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subdivision of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development </a:t>
            </a:r>
            <a:r>
              <a:rPr sz="2400" spc="-15" dirty="0">
                <a:solidFill>
                  <a:srgbClr val="3C3C3C"/>
                </a:solidFill>
                <a:latin typeface="Gill Sans MT"/>
                <a:cs typeface="Gill Sans MT"/>
              </a:rPr>
              <a:t>process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into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series of phases, or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steps, </a:t>
            </a:r>
            <a:r>
              <a:rPr sz="24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each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4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which</a:t>
            </a:r>
            <a:r>
              <a:rPr sz="24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focuses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sz="24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one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aspect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 of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development.</a:t>
            </a:r>
            <a:endParaRPr sz="2400">
              <a:latin typeface="Gill Sans MT"/>
              <a:cs typeface="Gill Sans MT"/>
            </a:endParaRPr>
          </a:p>
          <a:p>
            <a:pPr marL="317500" marR="36830" indent="-304800" algn="just">
              <a:lnSpc>
                <a:spcPct val="100000"/>
              </a:lnSpc>
              <a:spcBef>
                <a:spcPts val="24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collection of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these steps is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sometimes </a:t>
            </a:r>
            <a:r>
              <a:rPr sz="2400" spc="-25" dirty="0">
                <a:solidFill>
                  <a:srgbClr val="3C3C3C"/>
                </a:solidFill>
                <a:latin typeface="Gill Sans MT"/>
                <a:cs typeface="Gill Sans MT"/>
              </a:rPr>
              <a:t>referred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as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a System 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Development </a:t>
            </a:r>
            <a:r>
              <a:rPr sz="24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spc="-10" dirty="0">
                <a:solidFill>
                  <a:srgbClr val="3C3C3C"/>
                </a:solidFill>
                <a:latin typeface="Gill Sans MT"/>
                <a:cs typeface="Gill Sans MT"/>
              </a:rPr>
              <a:t>Life</a:t>
            </a:r>
            <a:r>
              <a:rPr sz="24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Cycle</a:t>
            </a:r>
            <a:r>
              <a:rPr sz="24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3C3C3C"/>
                </a:solidFill>
                <a:latin typeface="Gill Sans MT"/>
                <a:cs typeface="Gill Sans MT"/>
              </a:rPr>
              <a:t>(SDLC).</a:t>
            </a:r>
            <a:endParaRPr sz="2400">
              <a:latin typeface="Gill Sans MT"/>
              <a:cs typeface="Gill Sans MT"/>
            </a:endParaRPr>
          </a:p>
          <a:p>
            <a:pPr marL="317500" marR="34925" indent="-304800" algn="just">
              <a:lnSpc>
                <a:spcPct val="100000"/>
              </a:lnSpc>
              <a:spcBef>
                <a:spcPts val="24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2400" dirty="0">
                <a:latin typeface="Gill Sans MT"/>
                <a:cs typeface="Gill Sans MT"/>
              </a:rPr>
              <a:t>The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SDLC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is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complete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set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of</a:t>
            </a:r>
            <a:r>
              <a:rPr sz="2400" dirty="0">
                <a:latin typeface="Gill Sans MT"/>
                <a:cs typeface="Gill Sans MT"/>
              </a:rPr>
              <a:t> steps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that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team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of</a:t>
            </a:r>
            <a:r>
              <a:rPr sz="240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information</a:t>
            </a:r>
            <a:r>
              <a:rPr sz="2400" dirty="0">
                <a:latin typeface="Gill Sans MT"/>
                <a:cs typeface="Gill Sans MT"/>
              </a:rPr>
              <a:t> systems 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professionals,</a:t>
            </a:r>
            <a:r>
              <a:rPr sz="2400" spc="-5" dirty="0">
                <a:latin typeface="Gill Sans MT"/>
                <a:cs typeface="Gill Sans MT"/>
              </a:rPr>
              <a:t> including</a:t>
            </a:r>
            <a:r>
              <a:rPr sz="240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database</a:t>
            </a:r>
            <a:r>
              <a:rPr sz="2400" dirty="0">
                <a:latin typeface="Gill Sans MT"/>
                <a:cs typeface="Gill Sans MT"/>
              </a:rPr>
              <a:t> designers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and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programmers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follow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in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an </a:t>
            </a:r>
            <a:r>
              <a:rPr sz="240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organization</a:t>
            </a:r>
            <a:r>
              <a:rPr sz="2400" spc="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to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25" dirty="0">
                <a:latin typeface="Gill Sans MT"/>
                <a:cs typeface="Gill Sans MT"/>
              </a:rPr>
              <a:t>specify,</a:t>
            </a:r>
            <a:r>
              <a:rPr sz="2400" spc="-265" dirty="0">
                <a:latin typeface="Gill Sans MT"/>
                <a:cs typeface="Gill Sans MT"/>
              </a:rPr>
              <a:t> </a:t>
            </a:r>
            <a:r>
              <a:rPr sz="2400" spc="-20" dirty="0">
                <a:latin typeface="Gill Sans MT"/>
                <a:cs typeface="Gill Sans MT"/>
              </a:rPr>
              <a:t>develop,</a:t>
            </a:r>
            <a:r>
              <a:rPr sz="2400" spc="-26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maintain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and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replace</a:t>
            </a:r>
            <a:r>
              <a:rPr sz="240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information</a:t>
            </a:r>
            <a:r>
              <a:rPr sz="2400" dirty="0">
                <a:latin typeface="Gill Sans MT"/>
                <a:cs typeface="Gill Sans MT"/>
              </a:rPr>
              <a:t> systems.</a:t>
            </a:r>
            <a:endParaRPr sz="24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191" y="2113533"/>
            <a:ext cx="6746493" cy="3339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41947" y="5009388"/>
            <a:ext cx="1762125" cy="52578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21920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960"/>
              </a:spcBef>
            </a:pPr>
            <a:r>
              <a:rPr sz="1800" spc="-5" dirty="0">
                <a:latin typeface="Arial Narrow"/>
                <a:cs typeface="Arial Narrow"/>
              </a:rPr>
              <a:t>Implementation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51647" y="5710428"/>
            <a:ext cx="1762125" cy="52451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21285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955"/>
              </a:spcBef>
            </a:pPr>
            <a:r>
              <a:rPr sz="1800" spc="-10" dirty="0">
                <a:latin typeface="Arial Narrow"/>
                <a:cs typeface="Arial Narrow"/>
              </a:rPr>
              <a:t>Maintenance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0398" y="2229103"/>
            <a:ext cx="5022215" cy="248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Narrow"/>
                <a:cs typeface="Arial Narrow"/>
              </a:rPr>
              <a:t>Planning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 Narrow"/>
              <a:cs typeface="Arial Narrow"/>
            </a:endParaRPr>
          </a:p>
          <a:p>
            <a:pPr marL="1524000">
              <a:lnSpc>
                <a:spcPct val="100000"/>
              </a:lnSpc>
            </a:pPr>
            <a:r>
              <a:rPr sz="1800" spc="-5" dirty="0">
                <a:latin typeface="Arial Narrow"/>
                <a:cs typeface="Arial Narrow"/>
              </a:rPr>
              <a:t>Analysis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2000">
              <a:latin typeface="Arial Narrow"/>
              <a:cs typeface="Arial Narrow"/>
            </a:endParaRPr>
          </a:p>
          <a:p>
            <a:pPr marL="2316480">
              <a:lnSpc>
                <a:spcPct val="100000"/>
              </a:lnSpc>
              <a:spcBef>
                <a:spcPts val="1755"/>
              </a:spcBef>
            </a:pPr>
            <a:r>
              <a:rPr sz="1800" spc="-5" dirty="0">
                <a:latin typeface="Arial Narrow"/>
                <a:cs typeface="Arial Narrow"/>
              </a:rPr>
              <a:t>Logical</a:t>
            </a:r>
            <a:r>
              <a:rPr sz="1800" spc="-2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 Narrow"/>
              <a:cs typeface="Arial Narrow"/>
            </a:endParaRPr>
          </a:p>
          <a:p>
            <a:pPr marR="5080" algn="r">
              <a:lnSpc>
                <a:spcPct val="100000"/>
              </a:lnSpc>
            </a:pPr>
            <a:r>
              <a:rPr sz="1800" spc="-5" dirty="0">
                <a:latin typeface="Arial Narrow"/>
                <a:cs typeface="Arial Narrow"/>
              </a:rPr>
              <a:t>Physical</a:t>
            </a:r>
            <a:r>
              <a:rPr sz="1800" spc="-3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60948" y="3602482"/>
            <a:ext cx="1019810" cy="619125"/>
          </a:xfrm>
          <a:custGeom>
            <a:avLst/>
            <a:gdLst/>
            <a:ahLst/>
            <a:cxnLst/>
            <a:rect l="l" t="t" r="r" b="b"/>
            <a:pathLst>
              <a:path w="1019809" h="619125">
                <a:moveTo>
                  <a:pt x="923036" y="523747"/>
                </a:moveTo>
                <a:lnTo>
                  <a:pt x="919988" y="525652"/>
                </a:lnTo>
                <a:lnTo>
                  <a:pt x="917066" y="527430"/>
                </a:lnTo>
                <a:lnTo>
                  <a:pt x="916051" y="531367"/>
                </a:lnTo>
                <a:lnTo>
                  <a:pt x="917955" y="534288"/>
                </a:lnTo>
                <a:lnTo>
                  <a:pt x="969391" y="618997"/>
                </a:lnTo>
                <a:lnTo>
                  <a:pt x="976354" y="606551"/>
                </a:lnTo>
                <a:lnTo>
                  <a:pt x="962786" y="606551"/>
                </a:lnTo>
                <a:lnTo>
                  <a:pt x="962735" y="602741"/>
                </a:lnTo>
                <a:lnTo>
                  <a:pt x="961898" y="588136"/>
                </a:lnTo>
                <a:lnTo>
                  <a:pt x="961126" y="580958"/>
                </a:lnTo>
                <a:lnTo>
                  <a:pt x="926973" y="524763"/>
                </a:lnTo>
                <a:lnTo>
                  <a:pt x="923036" y="523747"/>
                </a:lnTo>
                <a:close/>
              </a:path>
              <a:path w="1019809" h="619125">
                <a:moveTo>
                  <a:pt x="961126" y="580958"/>
                </a:moveTo>
                <a:lnTo>
                  <a:pt x="961898" y="588136"/>
                </a:lnTo>
                <a:lnTo>
                  <a:pt x="962735" y="602741"/>
                </a:lnTo>
                <a:lnTo>
                  <a:pt x="962786" y="606551"/>
                </a:lnTo>
                <a:lnTo>
                  <a:pt x="975486" y="606297"/>
                </a:lnTo>
                <a:lnTo>
                  <a:pt x="975486" y="603376"/>
                </a:lnTo>
                <a:lnTo>
                  <a:pt x="963676" y="603376"/>
                </a:lnTo>
                <a:lnTo>
                  <a:pt x="968980" y="593879"/>
                </a:lnTo>
                <a:lnTo>
                  <a:pt x="961126" y="580958"/>
                </a:lnTo>
                <a:close/>
              </a:path>
              <a:path w="1019809" h="619125">
                <a:moveTo>
                  <a:pt x="1012317" y="522223"/>
                </a:moveTo>
                <a:lnTo>
                  <a:pt x="1008379" y="523239"/>
                </a:lnTo>
                <a:lnTo>
                  <a:pt x="1006728" y="526287"/>
                </a:lnTo>
                <a:lnTo>
                  <a:pt x="974223" y="584490"/>
                </a:lnTo>
                <a:lnTo>
                  <a:pt x="974471" y="586866"/>
                </a:lnTo>
                <a:lnTo>
                  <a:pt x="975486" y="602741"/>
                </a:lnTo>
                <a:lnTo>
                  <a:pt x="975486" y="606297"/>
                </a:lnTo>
                <a:lnTo>
                  <a:pt x="962786" y="606551"/>
                </a:lnTo>
                <a:lnTo>
                  <a:pt x="976354" y="606551"/>
                </a:lnTo>
                <a:lnTo>
                  <a:pt x="1017777" y="532510"/>
                </a:lnTo>
                <a:lnTo>
                  <a:pt x="1019428" y="529462"/>
                </a:lnTo>
                <a:lnTo>
                  <a:pt x="1018412" y="525652"/>
                </a:lnTo>
                <a:lnTo>
                  <a:pt x="1015365" y="523874"/>
                </a:lnTo>
                <a:lnTo>
                  <a:pt x="1012317" y="522223"/>
                </a:lnTo>
                <a:close/>
              </a:path>
              <a:path w="1019809" h="619125">
                <a:moveTo>
                  <a:pt x="968980" y="593879"/>
                </a:moveTo>
                <a:lnTo>
                  <a:pt x="963676" y="603376"/>
                </a:lnTo>
                <a:lnTo>
                  <a:pt x="974598" y="603122"/>
                </a:lnTo>
                <a:lnTo>
                  <a:pt x="968980" y="593879"/>
                </a:lnTo>
                <a:close/>
              </a:path>
              <a:path w="1019809" h="619125">
                <a:moveTo>
                  <a:pt x="974223" y="584490"/>
                </a:moveTo>
                <a:lnTo>
                  <a:pt x="968980" y="593879"/>
                </a:lnTo>
                <a:lnTo>
                  <a:pt x="974598" y="603122"/>
                </a:lnTo>
                <a:lnTo>
                  <a:pt x="963676" y="603376"/>
                </a:lnTo>
                <a:lnTo>
                  <a:pt x="975486" y="603376"/>
                </a:lnTo>
                <a:lnTo>
                  <a:pt x="975486" y="602741"/>
                </a:lnTo>
                <a:lnTo>
                  <a:pt x="974471" y="586866"/>
                </a:lnTo>
                <a:lnTo>
                  <a:pt x="974223" y="584490"/>
                </a:lnTo>
                <a:close/>
              </a:path>
              <a:path w="1019809" h="619125">
                <a:moveTo>
                  <a:pt x="253" y="0"/>
                </a:moveTo>
                <a:lnTo>
                  <a:pt x="0" y="12699"/>
                </a:lnTo>
                <a:lnTo>
                  <a:pt x="49911" y="13461"/>
                </a:lnTo>
                <a:lnTo>
                  <a:pt x="98933" y="15874"/>
                </a:lnTo>
                <a:lnTo>
                  <a:pt x="147192" y="19684"/>
                </a:lnTo>
                <a:lnTo>
                  <a:pt x="194817" y="25145"/>
                </a:lnTo>
                <a:lnTo>
                  <a:pt x="241426" y="32003"/>
                </a:lnTo>
                <a:lnTo>
                  <a:pt x="287274" y="40131"/>
                </a:lnTo>
                <a:lnTo>
                  <a:pt x="332104" y="49656"/>
                </a:lnTo>
                <a:lnTo>
                  <a:pt x="375920" y="60705"/>
                </a:lnTo>
                <a:lnTo>
                  <a:pt x="418591" y="72897"/>
                </a:lnTo>
                <a:lnTo>
                  <a:pt x="460121" y="86359"/>
                </a:lnTo>
                <a:lnTo>
                  <a:pt x="500634" y="100964"/>
                </a:lnTo>
                <a:lnTo>
                  <a:pt x="539623" y="116966"/>
                </a:lnTo>
                <a:lnTo>
                  <a:pt x="577468" y="133857"/>
                </a:lnTo>
                <a:lnTo>
                  <a:pt x="613917" y="152018"/>
                </a:lnTo>
                <a:lnTo>
                  <a:pt x="648715" y="171068"/>
                </a:lnTo>
                <a:lnTo>
                  <a:pt x="682243" y="191261"/>
                </a:lnTo>
                <a:lnTo>
                  <a:pt x="713993" y="212343"/>
                </a:lnTo>
                <a:lnTo>
                  <a:pt x="772795" y="257428"/>
                </a:lnTo>
                <a:lnTo>
                  <a:pt x="824611" y="305815"/>
                </a:lnTo>
                <a:lnTo>
                  <a:pt x="868934" y="357377"/>
                </a:lnTo>
                <a:lnTo>
                  <a:pt x="905255" y="411733"/>
                </a:lnTo>
                <a:lnTo>
                  <a:pt x="933068" y="468502"/>
                </a:lnTo>
                <a:lnTo>
                  <a:pt x="948181" y="512444"/>
                </a:lnTo>
                <a:lnTo>
                  <a:pt x="958087" y="557402"/>
                </a:lnTo>
                <a:lnTo>
                  <a:pt x="961126" y="580958"/>
                </a:lnTo>
                <a:lnTo>
                  <a:pt x="968980" y="593879"/>
                </a:lnTo>
                <a:lnTo>
                  <a:pt x="974223" y="584490"/>
                </a:lnTo>
                <a:lnTo>
                  <a:pt x="972820" y="570991"/>
                </a:lnTo>
                <a:lnTo>
                  <a:pt x="970533" y="555243"/>
                </a:lnTo>
                <a:lnTo>
                  <a:pt x="960374" y="508761"/>
                </a:lnTo>
                <a:lnTo>
                  <a:pt x="944752" y="463295"/>
                </a:lnTo>
                <a:lnTo>
                  <a:pt x="916051" y="405002"/>
                </a:lnTo>
                <a:lnTo>
                  <a:pt x="878839" y="349503"/>
                </a:lnTo>
                <a:lnTo>
                  <a:pt x="833501" y="296798"/>
                </a:lnTo>
                <a:lnTo>
                  <a:pt x="780796" y="247522"/>
                </a:lnTo>
                <a:lnTo>
                  <a:pt x="721105" y="201802"/>
                </a:lnTo>
                <a:lnTo>
                  <a:pt x="688848" y="180339"/>
                </a:lnTo>
                <a:lnTo>
                  <a:pt x="654938" y="159892"/>
                </a:lnTo>
                <a:lnTo>
                  <a:pt x="619505" y="140588"/>
                </a:lnTo>
                <a:lnTo>
                  <a:pt x="582549" y="122300"/>
                </a:lnTo>
                <a:lnTo>
                  <a:pt x="544449" y="105155"/>
                </a:lnTo>
                <a:lnTo>
                  <a:pt x="504951" y="89026"/>
                </a:lnTo>
                <a:lnTo>
                  <a:pt x="464058" y="74167"/>
                </a:lnTo>
                <a:lnTo>
                  <a:pt x="422148" y="60578"/>
                </a:lnTo>
                <a:lnTo>
                  <a:pt x="378967" y="48386"/>
                </a:lnTo>
                <a:lnTo>
                  <a:pt x="334772" y="37337"/>
                </a:lnTo>
                <a:lnTo>
                  <a:pt x="289433" y="27685"/>
                </a:lnTo>
                <a:lnTo>
                  <a:pt x="243204" y="19430"/>
                </a:lnTo>
                <a:lnTo>
                  <a:pt x="196214" y="12572"/>
                </a:lnTo>
                <a:lnTo>
                  <a:pt x="148336" y="7111"/>
                </a:lnTo>
                <a:lnTo>
                  <a:pt x="99440" y="3175"/>
                </a:lnTo>
                <a:lnTo>
                  <a:pt x="50164" y="762"/>
                </a:lnTo>
                <a:lnTo>
                  <a:pt x="25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03565" y="5003038"/>
            <a:ext cx="1019810" cy="619125"/>
          </a:xfrm>
          <a:custGeom>
            <a:avLst/>
            <a:gdLst/>
            <a:ahLst/>
            <a:cxnLst/>
            <a:rect l="l" t="t" r="r" b="b"/>
            <a:pathLst>
              <a:path w="1019809" h="619125">
                <a:moveTo>
                  <a:pt x="923035" y="523748"/>
                </a:moveTo>
                <a:lnTo>
                  <a:pt x="919987" y="525653"/>
                </a:lnTo>
                <a:lnTo>
                  <a:pt x="917066" y="527431"/>
                </a:lnTo>
                <a:lnTo>
                  <a:pt x="916051" y="531368"/>
                </a:lnTo>
                <a:lnTo>
                  <a:pt x="917955" y="534289"/>
                </a:lnTo>
                <a:lnTo>
                  <a:pt x="969390" y="619023"/>
                </a:lnTo>
                <a:lnTo>
                  <a:pt x="976373" y="606539"/>
                </a:lnTo>
                <a:lnTo>
                  <a:pt x="962786" y="606539"/>
                </a:lnTo>
                <a:lnTo>
                  <a:pt x="962743" y="602805"/>
                </a:lnTo>
                <a:lnTo>
                  <a:pt x="961898" y="588124"/>
                </a:lnTo>
                <a:lnTo>
                  <a:pt x="961127" y="580959"/>
                </a:lnTo>
                <a:lnTo>
                  <a:pt x="926973" y="524764"/>
                </a:lnTo>
                <a:lnTo>
                  <a:pt x="923035" y="523748"/>
                </a:lnTo>
                <a:close/>
              </a:path>
              <a:path w="1019809" h="619125">
                <a:moveTo>
                  <a:pt x="961127" y="580959"/>
                </a:moveTo>
                <a:lnTo>
                  <a:pt x="961898" y="588124"/>
                </a:lnTo>
                <a:lnTo>
                  <a:pt x="962743" y="602805"/>
                </a:lnTo>
                <a:lnTo>
                  <a:pt x="962786" y="606539"/>
                </a:lnTo>
                <a:lnTo>
                  <a:pt x="975486" y="606310"/>
                </a:lnTo>
                <a:lnTo>
                  <a:pt x="975486" y="603326"/>
                </a:lnTo>
                <a:lnTo>
                  <a:pt x="963676" y="603326"/>
                </a:lnTo>
                <a:lnTo>
                  <a:pt x="968967" y="593858"/>
                </a:lnTo>
                <a:lnTo>
                  <a:pt x="961127" y="580959"/>
                </a:lnTo>
                <a:close/>
              </a:path>
              <a:path w="1019809" h="619125">
                <a:moveTo>
                  <a:pt x="1012316" y="522224"/>
                </a:moveTo>
                <a:lnTo>
                  <a:pt x="1008379" y="523240"/>
                </a:lnTo>
                <a:lnTo>
                  <a:pt x="1006728" y="526288"/>
                </a:lnTo>
                <a:lnTo>
                  <a:pt x="974224" y="584451"/>
                </a:lnTo>
                <a:lnTo>
                  <a:pt x="974470" y="586816"/>
                </a:lnTo>
                <a:lnTo>
                  <a:pt x="975486" y="602805"/>
                </a:lnTo>
                <a:lnTo>
                  <a:pt x="975486" y="606310"/>
                </a:lnTo>
                <a:lnTo>
                  <a:pt x="962786" y="606539"/>
                </a:lnTo>
                <a:lnTo>
                  <a:pt x="976373" y="606539"/>
                </a:lnTo>
                <a:lnTo>
                  <a:pt x="1017777" y="532511"/>
                </a:lnTo>
                <a:lnTo>
                  <a:pt x="1019428" y="529463"/>
                </a:lnTo>
                <a:lnTo>
                  <a:pt x="1018412" y="525653"/>
                </a:lnTo>
                <a:lnTo>
                  <a:pt x="1015364" y="523875"/>
                </a:lnTo>
                <a:lnTo>
                  <a:pt x="1012316" y="522224"/>
                </a:lnTo>
                <a:close/>
              </a:path>
              <a:path w="1019809" h="619125">
                <a:moveTo>
                  <a:pt x="968967" y="593858"/>
                </a:moveTo>
                <a:lnTo>
                  <a:pt x="963676" y="603326"/>
                </a:lnTo>
                <a:lnTo>
                  <a:pt x="974598" y="603123"/>
                </a:lnTo>
                <a:lnTo>
                  <a:pt x="968967" y="593858"/>
                </a:lnTo>
                <a:close/>
              </a:path>
              <a:path w="1019809" h="619125">
                <a:moveTo>
                  <a:pt x="974224" y="584451"/>
                </a:moveTo>
                <a:lnTo>
                  <a:pt x="968967" y="593858"/>
                </a:lnTo>
                <a:lnTo>
                  <a:pt x="974598" y="603123"/>
                </a:lnTo>
                <a:lnTo>
                  <a:pt x="963676" y="603326"/>
                </a:lnTo>
                <a:lnTo>
                  <a:pt x="975486" y="603326"/>
                </a:lnTo>
                <a:lnTo>
                  <a:pt x="975486" y="602805"/>
                </a:lnTo>
                <a:lnTo>
                  <a:pt x="974470" y="586816"/>
                </a:lnTo>
                <a:lnTo>
                  <a:pt x="974224" y="584451"/>
                </a:lnTo>
                <a:close/>
              </a:path>
              <a:path w="1019809" h="619125">
                <a:moveTo>
                  <a:pt x="253" y="0"/>
                </a:moveTo>
                <a:lnTo>
                  <a:pt x="0" y="12700"/>
                </a:lnTo>
                <a:lnTo>
                  <a:pt x="49910" y="13462"/>
                </a:lnTo>
                <a:lnTo>
                  <a:pt x="98932" y="15875"/>
                </a:lnTo>
                <a:lnTo>
                  <a:pt x="147192" y="19685"/>
                </a:lnTo>
                <a:lnTo>
                  <a:pt x="194817" y="25145"/>
                </a:lnTo>
                <a:lnTo>
                  <a:pt x="241426" y="32004"/>
                </a:lnTo>
                <a:lnTo>
                  <a:pt x="287274" y="40131"/>
                </a:lnTo>
                <a:lnTo>
                  <a:pt x="332104" y="49656"/>
                </a:lnTo>
                <a:lnTo>
                  <a:pt x="375919" y="60706"/>
                </a:lnTo>
                <a:lnTo>
                  <a:pt x="418591" y="72898"/>
                </a:lnTo>
                <a:lnTo>
                  <a:pt x="460120" y="86360"/>
                </a:lnTo>
                <a:lnTo>
                  <a:pt x="500633" y="100964"/>
                </a:lnTo>
                <a:lnTo>
                  <a:pt x="539623" y="116967"/>
                </a:lnTo>
                <a:lnTo>
                  <a:pt x="577468" y="133857"/>
                </a:lnTo>
                <a:lnTo>
                  <a:pt x="613917" y="152019"/>
                </a:lnTo>
                <a:lnTo>
                  <a:pt x="648715" y="171069"/>
                </a:lnTo>
                <a:lnTo>
                  <a:pt x="682243" y="191262"/>
                </a:lnTo>
                <a:lnTo>
                  <a:pt x="713993" y="212344"/>
                </a:lnTo>
                <a:lnTo>
                  <a:pt x="772794" y="257428"/>
                </a:lnTo>
                <a:lnTo>
                  <a:pt x="824610" y="305816"/>
                </a:lnTo>
                <a:lnTo>
                  <a:pt x="868933" y="357378"/>
                </a:lnTo>
                <a:lnTo>
                  <a:pt x="905255" y="411734"/>
                </a:lnTo>
                <a:lnTo>
                  <a:pt x="933068" y="468503"/>
                </a:lnTo>
                <a:lnTo>
                  <a:pt x="948181" y="512445"/>
                </a:lnTo>
                <a:lnTo>
                  <a:pt x="958087" y="557403"/>
                </a:lnTo>
                <a:lnTo>
                  <a:pt x="961127" y="580959"/>
                </a:lnTo>
                <a:lnTo>
                  <a:pt x="968967" y="593858"/>
                </a:lnTo>
                <a:lnTo>
                  <a:pt x="974224" y="584451"/>
                </a:lnTo>
                <a:lnTo>
                  <a:pt x="972819" y="570992"/>
                </a:lnTo>
                <a:lnTo>
                  <a:pt x="970533" y="555244"/>
                </a:lnTo>
                <a:lnTo>
                  <a:pt x="960374" y="508762"/>
                </a:lnTo>
                <a:lnTo>
                  <a:pt x="944752" y="463296"/>
                </a:lnTo>
                <a:lnTo>
                  <a:pt x="916051" y="405003"/>
                </a:lnTo>
                <a:lnTo>
                  <a:pt x="878839" y="349503"/>
                </a:lnTo>
                <a:lnTo>
                  <a:pt x="833501" y="296799"/>
                </a:lnTo>
                <a:lnTo>
                  <a:pt x="780795" y="247523"/>
                </a:lnTo>
                <a:lnTo>
                  <a:pt x="721105" y="201803"/>
                </a:lnTo>
                <a:lnTo>
                  <a:pt x="688848" y="180339"/>
                </a:lnTo>
                <a:lnTo>
                  <a:pt x="654938" y="159893"/>
                </a:lnTo>
                <a:lnTo>
                  <a:pt x="619505" y="140588"/>
                </a:lnTo>
                <a:lnTo>
                  <a:pt x="582549" y="122300"/>
                </a:lnTo>
                <a:lnTo>
                  <a:pt x="544449" y="105156"/>
                </a:lnTo>
                <a:lnTo>
                  <a:pt x="504951" y="89026"/>
                </a:lnTo>
                <a:lnTo>
                  <a:pt x="464057" y="74168"/>
                </a:lnTo>
                <a:lnTo>
                  <a:pt x="422148" y="60579"/>
                </a:lnTo>
                <a:lnTo>
                  <a:pt x="378967" y="48387"/>
                </a:lnTo>
                <a:lnTo>
                  <a:pt x="334771" y="37337"/>
                </a:lnTo>
                <a:lnTo>
                  <a:pt x="289432" y="27686"/>
                </a:lnTo>
                <a:lnTo>
                  <a:pt x="243204" y="19431"/>
                </a:lnTo>
                <a:lnTo>
                  <a:pt x="196214" y="12573"/>
                </a:lnTo>
                <a:lnTo>
                  <a:pt x="148335" y="7112"/>
                </a:lnTo>
                <a:lnTo>
                  <a:pt x="99440" y="3175"/>
                </a:lnTo>
                <a:lnTo>
                  <a:pt x="50164" y="762"/>
                </a:lnTo>
                <a:lnTo>
                  <a:pt x="25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69202" y="5535167"/>
            <a:ext cx="1282700" cy="619125"/>
          </a:xfrm>
          <a:custGeom>
            <a:avLst/>
            <a:gdLst/>
            <a:ahLst/>
            <a:cxnLst/>
            <a:rect l="l" t="t" r="r" b="b"/>
            <a:pathLst>
              <a:path w="1282700" h="619125">
                <a:moveTo>
                  <a:pt x="50140" y="25122"/>
                </a:moveTo>
                <a:lnTo>
                  <a:pt x="45078" y="34315"/>
                </a:lnTo>
                <a:lnTo>
                  <a:pt x="46863" y="48259"/>
                </a:lnTo>
                <a:lnTo>
                  <a:pt x="49783" y="63995"/>
                </a:lnTo>
                <a:lnTo>
                  <a:pt x="62865" y="110680"/>
                </a:lnTo>
                <a:lnTo>
                  <a:pt x="82803" y="156082"/>
                </a:lnTo>
                <a:lnTo>
                  <a:pt x="109093" y="200177"/>
                </a:lnTo>
                <a:lnTo>
                  <a:pt x="141604" y="242722"/>
                </a:lnTo>
                <a:lnTo>
                  <a:pt x="180086" y="283502"/>
                </a:lnTo>
                <a:lnTo>
                  <a:pt x="208788" y="309854"/>
                </a:lnTo>
                <a:lnTo>
                  <a:pt x="239902" y="335318"/>
                </a:lnTo>
                <a:lnTo>
                  <a:pt x="273430" y="359968"/>
                </a:lnTo>
                <a:lnTo>
                  <a:pt x="327914" y="395274"/>
                </a:lnTo>
                <a:lnTo>
                  <a:pt x="366902" y="417588"/>
                </a:lnTo>
                <a:lnTo>
                  <a:pt x="408050" y="438937"/>
                </a:lnTo>
                <a:lnTo>
                  <a:pt x="450976" y="459320"/>
                </a:lnTo>
                <a:lnTo>
                  <a:pt x="495934" y="478637"/>
                </a:lnTo>
                <a:lnTo>
                  <a:pt x="542671" y="496900"/>
                </a:lnTo>
                <a:lnTo>
                  <a:pt x="591184" y="514108"/>
                </a:lnTo>
                <a:lnTo>
                  <a:pt x="641350" y="530072"/>
                </a:lnTo>
                <a:lnTo>
                  <a:pt x="693166" y="544893"/>
                </a:lnTo>
                <a:lnTo>
                  <a:pt x="746632" y="558457"/>
                </a:lnTo>
                <a:lnTo>
                  <a:pt x="801370" y="570776"/>
                </a:lnTo>
                <a:lnTo>
                  <a:pt x="857503" y="581761"/>
                </a:lnTo>
                <a:lnTo>
                  <a:pt x="914907" y="591413"/>
                </a:lnTo>
                <a:lnTo>
                  <a:pt x="973581" y="599719"/>
                </a:lnTo>
                <a:lnTo>
                  <a:pt x="1033526" y="606501"/>
                </a:lnTo>
                <a:lnTo>
                  <a:pt x="1094358" y="611936"/>
                </a:lnTo>
                <a:lnTo>
                  <a:pt x="1156207" y="615848"/>
                </a:lnTo>
                <a:lnTo>
                  <a:pt x="1218946" y="618235"/>
                </a:lnTo>
                <a:lnTo>
                  <a:pt x="1282319" y="618997"/>
                </a:lnTo>
                <a:lnTo>
                  <a:pt x="1282573" y="606297"/>
                </a:lnTo>
                <a:lnTo>
                  <a:pt x="1219073" y="605535"/>
                </a:lnTo>
                <a:lnTo>
                  <a:pt x="1156716" y="603161"/>
                </a:lnTo>
                <a:lnTo>
                  <a:pt x="1095121" y="599262"/>
                </a:lnTo>
                <a:lnTo>
                  <a:pt x="1034542" y="593839"/>
                </a:lnTo>
                <a:lnTo>
                  <a:pt x="974978" y="587095"/>
                </a:lnTo>
                <a:lnTo>
                  <a:pt x="916686" y="578827"/>
                </a:lnTo>
                <a:lnTo>
                  <a:pt x="859663" y="569239"/>
                </a:lnTo>
                <a:lnTo>
                  <a:pt x="803782" y="558317"/>
                </a:lnTo>
                <a:lnTo>
                  <a:pt x="749426" y="546061"/>
                </a:lnTo>
                <a:lnTo>
                  <a:pt x="696341" y="532574"/>
                </a:lnTo>
                <a:lnTo>
                  <a:pt x="644905" y="517867"/>
                </a:lnTo>
                <a:lnTo>
                  <a:pt x="594995" y="502005"/>
                </a:lnTo>
                <a:lnTo>
                  <a:pt x="546989" y="484936"/>
                </a:lnTo>
                <a:lnTo>
                  <a:pt x="500506" y="466813"/>
                </a:lnTo>
                <a:lnTo>
                  <a:pt x="455929" y="447649"/>
                </a:lnTo>
                <a:lnTo>
                  <a:pt x="413384" y="427456"/>
                </a:lnTo>
                <a:lnTo>
                  <a:pt x="372745" y="406323"/>
                </a:lnTo>
                <a:lnTo>
                  <a:pt x="334264" y="384251"/>
                </a:lnTo>
                <a:lnTo>
                  <a:pt x="297942" y="361251"/>
                </a:lnTo>
                <a:lnTo>
                  <a:pt x="263905" y="337375"/>
                </a:lnTo>
                <a:lnTo>
                  <a:pt x="232028" y="312699"/>
                </a:lnTo>
                <a:lnTo>
                  <a:pt x="202565" y="287286"/>
                </a:lnTo>
                <a:lnTo>
                  <a:pt x="163068" y="247789"/>
                </a:lnTo>
                <a:lnTo>
                  <a:pt x="129413" y="206844"/>
                </a:lnTo>
                <a:lnTo>
                  <a:pt x="101726" y="164477"/>
                </a:lnTo>
                <a:lnTo>
                  <a:pt x="80391" y="120916"/>
                </a:lnTo>
                <a:lnTo>
                  <a:pt x="65531" y="76288"/>
                </a:lnTo>
                <a:lnTo>
                  <a:pt x="58458" y="38642"/>
                </a:lnTo>
                <a:lnTo>
                  <a:pt x="50140" y="25122"/>
                </a:lnTo>
                <a:close/>
              </a:path>
              <a:path w="1282700" h="619125">
                <a:moveTo>
                  <a:pt x="49529" y="0"/>
                </a:moveTo>
                <a:lnTo>
                  <a:pt x="1650" y="86753"/>
                </a:lnTo>
                <a:lnTo>
                  <a:pt x="0" y="89827"/>
                </a:lnTo>
                <a:lnTo>
                  <a:pt x="1143" y="93687"/>
                </a:lnTo>
                <a:lnTo>
                  <a:pt x="7239" y="97066"/>
                </a:lnTo>
                <a:lnTo>
                  <a:pt x="11049" y="95961"/>
                </a:lnTo>
                <a:lnTo>
                  <a:pt x="12826" y="92887"/>
                </a:lnTo>
                <a:lnTo>
                  <a:pt x="45078" y="34315"/>
                </a:lnTo>
                <a:lnTo>
                  <a:pt x="44830" y="32384"/>
                </a:lnTo>
                <a:lnTo>
                  <a:pt x="43561" y="16255"/>
                </a:lnTo>
                <a:lnTo>
                  <a:pt x="43433" y="12699"/>
                </a:lnTo>
                <a:lnTo>
                  <a:pt x="56133" y="12445"/>
                </a:lnTo>
                <a:lnTo>
                  <a:pt x="57195" y="12445"/>
                </a:lnTo>
                <a:lnTo>
                  <a:pt x="49529" y="0"/>
                </a:lnTo>
                <a:close/>
              </a:path>
              <a:path w="1282700" h="619125">
                <a:moveTo>
                  <a:pt x="57195" y="12445"/>
                </a:moveTo>
                <a:lnTo>
                  <a:pt x="56133" y="12445"/>
                </a:lnTo>
                <a:lnTo>
                  <a:pt x="56261" y="15366"/>
                </a:lnTo>
                <a:lnTo>
                  <a:pt x="90677" y="91008"/>
                </a:lnTo>
                <a:lnTo>
                  <a:pt x="96393" y="94919"/>
                </a:lnTo>
                <a:lnTo>
                  <a:pt x="99441" y="93078"/>
                </a:lnTo>
                <a:lnTo>
                  <a:pt x="102362" y="91236"/>
                </a:lnTo>
                <a:lnTo>
                  <a:pt x="103377" y="87325"/>
                </a:lnTo>
                <a:lnTo>
                  <a:pt x="101473" y="84340"/>
                </a:lnTo>
                <a:lnTo>
                  <a:pt x="57195" y="12445"/>
                </a:lnTo>
                <a:close/>
              </a:path>
              <a:path w="1282700" h="619125">
                <a:moveTo>
                  <a:pt x="56279" y="15620"/>
                </a:moveTo>
                <a:lnTo>
                  <a:pt x="55372" y="15620"/>
                </a:lnTo>
                <a:lnTo>
                  <a:pt x="50140" y="25122"/>
                </a:lnTo>
                <a:lnTo>
                  <a:pt x="58458" y="38642"/>
                </a:lnTo>
                <a:lnTo>
                  <a:pt x="57403" y="30733"/>
                </a:lnTo>
                <a:lnTo>
                  <a:pt x="56279" y="15620"/>
                </a:lnTo>
                <a:close/>
              </a:path>
              <a:path w="1282700" h="619125">
                <a:moveTo>
                  <a:pt x="56133" y="12445"/>
                </a:moveTo>
                <a:lnTo>
                  <a:pt x="43433" y="12699"/>
                </a:lnTo>
                <a:lnTo>
                  <a:pt x="43561" y="16255"/>
                </a:lnTo>
                <a:lnTo>
                  <a:pt x="44830" y="32384"/>
                </a:lnTo>
                <a:lnTo>
                  <a:pt x="45078" y="34315"/>
                </a:lnTo>
                <a:lnTo>
                  <a:pt x="50140" y="25122"/>
                </a:lnTo>
                <a:lnTo>
                  <a:pt x="44450" y="15874"/>
                </a:lnTo>
                <a:lnTo>
                  <a:pt x="55372" y="15620"/>
                </a:lnTo>
                <a:lnTo>
                  <a:pt x="56279" y="15620"/>
                </a:lnTo>
                <a:lnTo>
                  <a:pt x="56133" y="12445"/>
                </a:lnTo>
                <a:close/>
              </a:path>
              <a:path w="1282700" h="619125">
                <a:moveTo>
                  <a:pt x="55372" y="15620"/>
                </a:moveTo>
                <a:lnTo>
                  <a:pt x="44450" y="15874"/>
                </a:lnTo>
                <a:lnTo>
                  <a:pt x="50140" y="25122"/>
                </a:lnTo>
                <a:lnTo>
                  <a:pt x="55372" y="1562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412" y="1144524"/>
            <a:ext cx="8298942" cy="84353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97408" y="1239088"/>
            <a:ext cx="109855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Gill Sans MT"/>
                <a:cs typeface="Gill Sans MT"/>
              </a:rPr>
              <a:t>SYSTEMS</a:t>
            </a:r>
            <a:r>
              <a:rPr spc="-3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DEVELOPMENT</a:t>
            </a:r>
            <a:r>
              <a:rPr spc="-1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LIFE</a:t>
            </a:r>
            <a:r>
              <a:rPr spc="-1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CYCLE</a:t>
            </a:r>
            <a:r>
              <a:rPr spc="-10" dirty="0">
                <a:latin typeface="Gill Sans MT"/>
                <a:cs typeface="Gill Sans MT"/>
              </a:rPr>
              <a:t> </a:t>
            </a:r>
            <a:r>
              <a:rPr spc="-60" dirty="0">
                <a:latin typeface="Gill Sans MT"/>
                <a:cs typeface="Gill Sans MT"/>
              </a:rPr>
              <a:t>(CONT.)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178920" y="6062436"/>
            <a:ext cx="195580" cy="211454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fld id="{81D60167-4931-47E6-BA6A-407CBD079E47}" type="slidenum"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5</a:t>
            </a:fld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7408" y="600455"/>
            <a:ext cx="10985500" cy="1388110"/>
            <a:chOff x="597408" y="600455"/>
            <a:chExt cx="10985500" cy="1388110"/>
          </a:xfrm>
        </p:grpSpPr>
        <p:sp>
          <p:nvSpPr>
            <p:cNvPr id="3" name="object 3"/>
            <p:cNvSpPr/>
            <p:nvPr/>
          </p:nvSpPr>
          <p:spPr>
            <a:xfrm>
              <a:off x="597408" y="600455"/>
              <a:ext cx="10985500" cy="1259205"/>
            </a:xfrm>
            <a:custGeom>
              <a:avLst/>
              <a:gdLst/>
              <a:ahLst/>
              <a:cxnLst/>
              <a:rect l="l" t="t" r="r" b="b"/>
              <a:pathLst>
                <a:path w="10985500" h="1259205">
                  <a:moveTo>
                    <a:pt x="10984992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0984992" y="1258824"/>
                  </a:lnTo>
                  <a:lnTo>
                    <a:pt x="1098499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412" y="1144523"/>
              <a:ext cx="8298942" cy="84353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1224641" y="6246977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6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10967" y="2830067"/>
            <a:ext cx="1789430" cy="52451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20650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950"/>
              </a:spcBef>
            </a:pPr>
            <a:r>
              <a:rPr sz="1800" spc="-5" dirty="0">
                <a:latin typeface="Arial Narrow"/>
                <a:cs typeface="Arial Narrow"/>
              </a:rPr>
              <a:t>Analysis</a:t>
            </a:r>
            <a:endParaRPr sz="1800" dirty="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16423" y="4317491"/>
            <a:ext cx="1790700" cy="52578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2192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960"/>
              </a:spcBef>
            </a:pPr>
            <a:r>
              <a:rPr sz="1800" spc="-5" dirty="0">
                <a:latin typeface="Arial Narrow"/>
                <a:cs typeface="Arial Narrow"/>
              </a:rPr>
              <a:t>Physical</a:t>
            </a:r>
            <a:r>
              <a:rPr sz="1800" spc="-1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9067" y="5018532"/>
            <a:ext cx="1790700" cy="52578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21285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955"/>
              </a:spcBef>
            </a:pPr>
            <a:r>
              <a:rPr sz="1800" spc="-5" dirty="0">
                <a:latin typeface="Arial Narrow"/>
                <a:cs typeface="Arial Narrow"/>
              </a:rPr>
              <a:t>Implementation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91628" y="5718047"/>
            <a:ext cx="1789430" cy="52578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22555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965"/>
              </a:spcBef>
            </a:pPr>
            <a:r>
              <a:rPr sz="1800" spc="-10" dirty="0">
                <a:latin typeface="Arial Narrow"/>
                <a:cs typeface="Arial Narrow"/>
              </a:rPr>
              <a:t>Maintenance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5388" y="3617976"/>
            <a:ext cx="1789430" cy="52451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21285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955"/>
              </a:spcBef>
            </a:pPr>
            <a:r>
              <a:rPr sz="1800" spc="-5" dirty="0">
                <a:latin typeface="Arial Narrow"/>
                <a:cs typeface="Arial Narrow"/>
              </a:rPr>
              <a:t>Logical</a:t>
            </a:r>
            <a:r>
              <a:rPr sz="1800" spc="-2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79064" y="2122677"/>
            <a:ext cx="1034415" cy="619125"/>
          </a:xfrm>
          <a:custGeom>
            <a:avLst/>
            <a:gdLst/>
            <a:ahLst/>
            <a:cxnLst/>
            <a:rect l="l" t="t" r="r" b="b"/>
            <a:pathLst>
              <a:path w="1034414" h="619125">
                <a:moveTo>
                  <a:pt x="937768" y="524129"/>
                </a:moveTo>
                <a:lnTo>
                  <a:pt x="934720" y="525907"/>
                </a:lnTo>
                <a:lnTo>
                  <a:pt x="931799" y="527812"/>
                </a:lnTo>
                <a:lnTo>
                  <a:pt x="930783" y="531622"/>
                </a:lnTo>
                <a:lnTo>
                  <a:pt x="932688" y="534670"/>
                </a:lnTo>
                <a:lnTo>
                  <a:pt x="984631" y="618998"/>
                </a:lnTo>
                <a:lnTo>
                  <a:pt x="991500" y="606551"/>
                </a:lnTo>
                <a:lnTo>
                  <a:pt x="978026" y="606551"/>
                </a:lnTo>
                <a:lnTo>
                  <a:pt x="977848" y="602742"/>
                </a:lnTo>
                <a:lnTo>
                  <a:pt x="977011" y="588137"/>
                </a:lnTo>
                <a:lnTo>
                  <a:pt x="976340" y="581377"/>
                </a:lnTo>
                <a:lnTo>
                  <a:pt x="943400" y="527812"/>
                </a:lnTo>
                <a:lnTo>
                  <a:pt x="941577" y="525018"/>
                </a:lnTo>
                <a:lnTo>
                  <a:pt x="937768" y="524129"/>
                </a:lnTo>
                <a:close/>
              </a:path>
              <a:path w="1034414" h="619125">
                <a:moveTo>
                  <a:pt x="976340" y="581377"/>
                </a:moveTo>
                <a:lnTo>
                  <a:pt x="977011" y="588137"/>
                </a:lnTo>
                <a:lnTo>
                  <a:pt x="977900" y="603631"/>
                </a:lnTo>
                <a:lnTo>
                  <a:pt x="978026" y="606551"/>
                </a:lnTo>
                <a:lnTo>
                  <a:pt x="990726" y="606298"/>
                </a:lnTo>
                <a:lnTo>
                  <a:pt x="990622" y="603376"/>
                </a:lnTo>
                <a:lnTo>
                  <a:pt x="978788" y="603376"/>
                </a:lnTo>
                <a:lnTo>
                  <a:pt x="984024" y="593874"/>
                </a:lnTo>
                <a:lnTo>
                  <a:pt x="976340" y="581377"/>
                </a:lnTo>
                <a:close/>
              </a:path>
              <a:path w="1034414" h="619125">
                <a:moveTo>
                  <a:pt x="1026922" y="521970"/>
                </a:moveTo>
                <a:lnTo>
                  <a:pt x="1023112" y="522986"/>
                </a:lnTo>
                <a:lnTo>
                  <a:pt x="1020354" y="527938"/>
                </a:lnTo>
                <a:lnTo>
                  <a:pt x="989333" y="584239"/>
                </a:lnTo>
                <a:lnTo>
                  <a:pt x="989584" y="586867"/>
                </a:lnTo>
                <a:lnTo>
                  <a:pt x="990600" y="602742"/>
                </a:lnTo>
                <a:lnTo>
                  <a:pt x="990726" y="606298"/>
                </a:lnTo>
                <a:lnTo>
                  <a:pt x="978026" y="606551"/>
                </a:lnTo>
                <a:lnTo>
                  <a:pt x="991500" y="606551"/>
                </a:lnTo>
                <a:lnTo>
                  <a:pt x="1032510" y="532257"/>
                </a:lnTo>
                <a:lnTo>
                  <a:pt x="1034161" y="529209"/>
                </a:lnTo>
                <a:lnTo>
                  <a:pt x="1033018" y="525272"/>
                </a:lnTo>
                <a:lnTo>
                  <a:pt x="1026922" y="521970"/>
                </a:lnTo>
                <a:close/>
              </a:path>
              <a:path w="1034414" h="619125">
                <a:moveTo>
                  <a:pt x="984024" y="593874"/>
                </a:moveTo>
                <a:lnTo>
                  <a:pt x="978788" y="603376"/>
                </a:lnTo>
                <a:lnTo>
                  <a:pt x="989711" y="603123"/>
                </a:lnTo>
                <a:lnTo>
                  <a:pt x="984024" y="593874"/>
                </a:lnTo>
                <a:close/>
              </a:path>
              <a:path w="1034414" h="619125">
                <a:moveTo>
                  <a:pt x="989333" y="584239"/>
                </a:moveTo>
                <a:lnTo>
                  <a:pt x="984024" y="593874"/>
                </a:lnTo>
                <a:lnTo>
                  <a:pt x="989711" y="603123"/>
                </a:lnTo>
                <a:lnTo>
                  <a:pt x="978788" y="603376"/>
                </a:lnTo>
                <a:lnTo>
                  <a:pt x="990622" y="603376"/>
                </a:lnTo>
                <a:lnTo>
                  <a:pt x="990600" y="602742"/>
                </a:lnTo>
                <a:lnTo>
                  <a:pt x="989584" y="586867"/>
                </a:lnTo>
                <a:lnTo>
                  <a:pt x="989333" y="584239"/>
                </a:lnTo>
                <a:close/>
              </a:path>
              <a:path w="1034414" h="619125">
                <a:moveTo>
                  <a:pt x="254" y="0"/>
                </a:moveTo>
                <a:lnTo>
                  <a:pt x="0" y="12700"/>
                </a:lnTo>
                <a:lnTo>
                  <a:pt x="50673" y="13462"/>
                </a:lnTo>
                <a:lnTo>
                  <a:pt x="100457" y="15875"/>
                </a:lnTo>
                <a:lnTo>
                  <a:pt x="149606" y="19685"/>
                </a:lnTo>
                <a:lnTo>
                  <a:pt x="197866" y="25146"/>
                </a:lnTo>
                <a:lnTo>
                  <a:pt x="245237" y="32004"/>
                </a:lnTo>
                <a:lnTo>
                  <a:pt x="291846" y="40132"/>
                </a:lnTo>
                <a:lnTo>
                  <a:pt x="337312" y="49657"/>
                </a:lnTo>
                <a:lnTo>
                  <a:pt x="381762" y="60706"/>
                </a:lnTo>
                <a:lnTo>
                  <a:pt x="425196" y="72898"/>
                </a:lnTo>
                <a:lnTo>
                  <a:pt x="467487" y="86360"/>
                </a:lnTo>
                <a:lnTo>
                  <a:pt x="508508" y="100964"/>
                </a:lnTo>
                <a:lnTo>
                  <a:pt x="548259" y="116967"/>
                </a:lnTo>
                <a:lnTo>
                  <a:pt x="586613" y="133858"/>
                </a:lnTo>
                <a:lnTo>
                  <a:pt x="623570" y="152019"/>
                </a:lnTo>
                <a:lnTo>
                  <a:pt x="659130" y="171069"/>
                </a:lnTo>
                <a:lnTo>
                  <a:pt x="693038" y="191262"/>
                </a:lnTo>
                <a:lnTo>
                  <a:pt x="725424" y="212344"/>
                </a:lnTo>
                <a:lnTo>
                  <a:pt x="785113" y="257429"/>
                </a:lnTo>
                <a:lnTo>
                  <a:pt x="837692" y="305943"/>
                </a:lnTo>
                <a:lnTo>
                  <a:pt x="882650" y="357505"/>
                </a:lnTo>
                <a:lnTo>
                  <a:pt x="919607" y="411861"/>
                </a:lnTo>
                <a:lnTo>
                  <a:pt x="947801" y="468502"/>
                </a:lnTo>
                <a:lnTo>
                  <a:pt x="963168" y="512445"/>
                </a:lnTo>
                <a:lnTo>
                  <a:pt x="973201" y="557402"/>
                </a:lnTo>
                <a:lnTo>
                  <a:pt x="976340" y="581377"/>
                </a:lnTo>
                <a:lnTo>
                  <a:pt x="984024" y="593874"/>
                </a:lnTo>
                <a:lnTo>
                  <a:pt x="989333" y="584239"/>
                </a:lnTo>
                <a:lnTo>
                  <a:pt x="988060" y="570864"/>
                </a:lnTo>
                <a:lnTo>
                  <a:pt x="985774" y="555244"/>
                </a:lnTo>
                <a:lnTo>
                  <a:pt x="975233" y="508762"/>
                </a:lnTo>
                <a:lnTo>
                  <a:pt x="959358" y="463296"/>
                </a:lnTo>
                <a:lnTo>
                  <a:pt x="930275" y="405002"/>
                </a:lnTo>
                <a:lnTo>
                  <a:pt x="892429" y="349376"/>
                </a:lnTo>
                <a:lnTo>
                  <a:pt x="846582" y="296799"/>
                </a:lnTo>
                <a:lnTo>
                  <a:pt x="792988" y="247523"/>
                </a:lnTo>
                <a:lnTo>
                  <a:pt x="732409" y="201675"/>
                </a:lnTo>
                <a:lnTo>
                  <a:pt x="699515" y="180339"/>
                </a:lnTo>
                <a:lnTo>
                  <a:pt x="665099" y="159893"/>
                </a:lnTo>
                <a:lnTo>
                  <a:pt x="629158" y="140588"/>
                </a:lnTo>
                <a:lnTo>
                  <a:pt x="591693" y="122300"/>
                </a:lnTo>
                <a:lnTo>
                  <a:pt x="552958" y="105156"/>
                </a:lnTo>
                <a:lnTo>
                  <a:pt x="512826" y="89026"/>
                </a:lnTo>
                <a:lnTo>
                  <a:pt x="471297" y="74168"/>
                </a:lnTo>
                <a:lnTo>
                  <a:pt x="428625" y="60579"/>
                </a:lnTo>
                <a:lnTo>
                  <a:pt x="384810" y="48387"/>
                </a:lnTo>
                <a:lnTo>
                  <a:pt x="339979" y="37337"/>
                </a:lnTo>
                <a:lnTo>
                  <a:pt x="294005" y="27559"/>
                </a:lnTo>
                <a:lnTo>
                  <a:pt x="247015" y="19431"/>
                </a:lnTo>
                <a:lnTo>
                  <a:pt x="199262" y="12573"/>
                </a:lnTo>
                <a:lnTo>
                  <a:pt x="150495" y="7112"/>
                </a:lnTo>
                <a:lnTo>
                  <a:pt x="101092" y="3175"/>
                </a:lnTo>
                <a:lnTo>
                  <a:pt x="50927" y="762"/>
                </a:lnTo>
                <a:lnTo>
                  <a:pt x="25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00016" y="2910585"/>
            <a:ext cx="1034415" cy="619125"/>
          </a:xfrm>
          <a:custGeom>
            <a:avLst/>
            <a:gdLst/>
            <a:ahLst/>
            <a:cxnLst/>
            <a:rect l="l" t="t" r="r" b="b"/>
            <a:pathLst>
              <a:path w="1034414" h="619125">
                <a:moveTo>
                  <a:pt x="937768" y="524128"/>
                </a:moveTo>
                <a:lnTo>
                  <a:pt x="934720" y="525906"/>
                </a:lnTo>
                <a:lnTo>
                  <a:pt x="931799" y="527812"/>
                </a:lnTo>
                <a:lnTo>
                  <a:pt x="930783" y="531622"/>
                </a:lnTo>
                <a:lnTo>
                  <a:pt x="932688" y="534669"/>
                </a:lnTo>
                <a:lnTo>
                  <a:pt x="984631" y="618998"/>
                </a:lnTo>
                <a:lnTo>
                  <a:pt x="991500" y="606551"/>
                </a:lnTo>
                <a:lnTo>
                  <a:pt x="978027" y="606551"/>
                </a:lnTo>
                <a:lnTo>
                  <a:pt x="977848" y="602741"/>
                </a:lnTo>
                <a:lnTo>
                  <a:pt x="977011" y="588137"/>
                </a:lnTo>
                <a:lnTo>
                  <a:pt x="976340" y="581377"/>
                </a:lnTo>
                <a:lnTo>
                  <a:pt x="943400" y="527812"/>
                </a:lnTo>
                <a:lnTo>
                  <a:pt x="941578" y="525017"/>
                </a:lnTo>
                <a:lnTo>
                  <a:pt x="937768" y="524128"/>
                </a:lnTo>
                <a:close/>
              </a:path>
              <a:path w="1034414" h="619125">
                <a:moveTo>
                  <a:pt x="976340" y="581377"/>
                </a:moveTo>
                <a:lnTo>
                  <a:pt x="977011" y="588137"/>
                </a:lnTo>
                <a:lnTo>
                  <a:pt x="977900" y="603630"/>
                </a:lnTo>
                <a:lnTo>
                  <a:pt x="978027" y="606551"/>
                </a:lnTo>
                <a:lnTo>
                  <a:pt x="990727" y="606298"/>
                </a:lnTo>
                <a:lnTo>
                  <a:pt x="990622" y="603376"/>
                </a:lnTo>
                <a:lnTo>
                  <a:pt x="978788" y="603376"/>
                </a:lnTo>
                <a:lnTo>
                  <a:pt x="984024" y="593874"/>
                </a:lnTo>
                <a:lnTo>
                  <a:pt x="976340" y="581377"/>
                </a:lnTo>
                <a:close/>
              </a:path>
              <a:path w="1034414" h="619125">
                <a:moveTo>
                  <a:pt x="1026922" y="521969"/>
                </a:moveTo>
                <a:lnTo>
                  <a:pt x="1023112" y="522986"/>
                </a:lnTo>
                <a:lnTo>
                  <a:pt x="1020354" y="527938"/>
                </a:lnTo>
                <a:lnTo>
                  <a:pt x="989333" y="584239"/>
                </a:lnTo>
                <a:lnTo>
                  <a:pt x="989584" y="586866"/>
                </a:lnTo>
                <a:lnTo>
                  <a:pt x="990613" y="603123"/>
                </a:lnTo>
                <a:lnTo>
                  <a:pt x="990727" y="606298"/>
                </a:lnTo>
                <a:lnTo>
                  <a:pt x="978027" y="606551"/>
                </a:lnTo>
                <a:lnTo>
                  <a:pt x="991500" y="606551"/>
                </a:lnTo>
                <a:lnTo>
                  <a:pt x="1032510" y="532256"/>
                </a:lnTo>
                <a:lnTo>
                  <a:pt x="1034161" y="529209"/>
                </a:lnTo>
                <a:lnTo>
                  <a:pt x="1033018" y="525272"/>
                </a:lnTo>
                <a:lnTo>
                  <a:pt x="1026922" y="521969"/>
                </a:lnTo>
                <a:close/>
              </a:path>
              <a:path w="1034414" h="619125">
                <a:moveTo>
                  <a:pt x="984024" y="593874"/>
                </a:moveTo>
                <a:lnTo>
                  <a:pt x="978788" y="603376"/>
                </a:lnTo>
                <a:lnTo>
                  <a:pt x="989711" y="603123"/>
                </a:lnTo>
                <a:lnTo>
                  <a:pt x="984024" y="593874"/>
                </a:lnTo>
                <a:close/>
              </a:path>
              <a:path w="1034414" h="619125">
                <a:moveTo>
                  <a:pt x="989333" y="584239"/>
                </a:moveTo>
                <a:lnTo>
                  <a:pt x="984024" y="593874"/>
                </a:lnTo>
                <a:lnTo>
                  <a:pt x="989711" y="603123"/>
                </a:lnTo>
                <a:lnTo>
                  <a:pt x="978788" y="603376"/>
                </a:lnTo>
                <a:lnTo>
                  <a:pt x="990622" y="603376"/>
                </a:lnTo>
                <a:lnTo>
                  <a:pt x="990600" y="602741"/>
                </a:lnTo>
                <a:lnTo>
                  <a:pt x="989584" y="586866"/>
                </a:lnTo>
                <a:lnTo>
                  <a:pt x="989333" y="584239"/>
                </a:lnTo>
                <a:close/>
              </a:path>
              <a:path w="1034414" h="619125">
                <a:moveTo>
                  <a:pt x="254" y="0"/>
                </a:moveTo>
                <a:lnTo>
                  <a:pt x="0" y="12700"/>
                </a:lnTo>
                <a:lnTo>
                  <a:pt x="50673" y="13462"/>
                </a:lnTo>
                <a:lnTo>
                  <a:pt x="100457" y="15875"/>
                </a:lnTo>
                <a:lnTo>
                  <a:pt x="149606" y="19685"/>
                </a:lnTo>
                <a:lnTo>
                  <a:pt x="197866" y="25146"/>
                </a:lnTo>
                <a:lnTo>
                  <a:pt x="245237" y="32003"/>
                </a:lnTo>
                <a:lnTo>
                  <a:pt x="291846" y="40131"/>
                </a:lnTo>
                <a:lnTo>
                  <a:pt x="337312" y="49656"/>
                </a:lnTo>
                <a:lnTo>
                  <a:pt x="381762" y="60705"/>
                </a:lnTo>
                <a:lnTo>
                  <a:pt x="425196" y="72898"/>
                </a:lnTo>
                <a:lnTo>
                  <a:pt x="467487" y="86360"/>
                </a:lnTo>
                <a:lnTo>
                  <a:pt x="508508" y="100964"/>
                </a:lnTo>
                <a:lnTo>
                  <a:pt x="548259" y="116966"/>
                </a:lnTo>
                <a:lnTo>
                  <a:pt x="586613" y="133858"/>
                </a:lnTo>
                <a:lnTo>
                  <a:pt x="623570" y="152018"/>
                </a:lnTo>
                <a:lnTo>
                  <a:pt x="659130" y="171068"/>
                </a:lnTo>
                <a:lnTo>
                  <a:pt x="693038" y="191262"/>
                </a:lnTo>
                <a:lnTo>
                  <a:pt x="725424" y="212343"/>
                </a:lnTo>
                <a:lnTo>
                  <a:pt x="785113" y="257428"/>
                </a:lnTo>
                <a:lnTo>
                  <a:pt x="837692" y="305942"/>
                </a:lnTo>
                <a:lnTo>
                  <a:pt x="882650" y="357504"/>
                </a:lnTo>
                <a:lnTo>
                  <a:pt x="919607" y="411861"/>
                </a:lnTo>
                <a:lnTo>
                  <a:pt x="947801" y="468502"/>
                </a:lnTo>
                <a:lnTo>
                  <a:pt x="963168" y="512444"/>
                </a:lnTo>
                <a:lnTo>
                  <a:pt x="973201" y="557402"/>
                </a:lnTo>
                <a:lnTo>
                  <a:pt x="976340" y="581377"/>
                </a:lnTo>
                <a:lnTo>
                  <a:pt x="984024" y="593874"/>
                </a:lnTo>
                <a:lnTo>
                  <a:pt x="989333" y="584239"/>
                </a:lnTo>
                <a:lnTo>
                  <a:pt x="988060" y="570864"/>
                </a:lnTo>
                <a:lnTo>
                  <a:pt x="985774" y="555243"/>
                </a:lnTo>
                <a:lnTo>
                  <a:pt x="975233" y="508762"/>
                </a:lnTo>
                <a:lnTo>
                  <a:pt x="959358" y="463296"/>
                </a:lnTo>
                <a:lnTo>
                  <a:pt x="930275" y="405002"/>
                </a:lnTo>
                <a:lnTo>
                  <a:pt x="892429" y="349376"/>
                </a:lnTo>
                <a:lnTo>
                  <a:pt x="846582" y="296799"/>
                </a:lnTo>
                <a:lnTo>
                  <a:pt x="792988" y="247523"/>
                </a:lnTo>
                <a:lnTo>
                  <a:pt x="732409" y="201675"/>
                </a:lnTo>
                <a:lnTo>
                  <a:pt x="699516" y="180339"/>
                </a:lnTo>
                <a:lnTo>
                  <a:pt x="665099" y="159892"/>
                </a:lnTo>
                <a:lnTo>
                  <a:pt x="629158" y="140588"/>
                </a:lnTo>
                <a:lnTo>
                  <a:pt x="591693" y="122300"/>
                </a:lnTo>
                <a:lnTo>
                  <a:pt x="552958" y="105155"/>
                </a:lnTo>
                <a:lnTo>
                  <a:pt x="512825" y="89026"/>
                </a:lnTo>
                <a:lnTo>
                  <a:pt x="471297" y="74167"/>
                </a:lnTo>
                <a:lnTo>
                  <a:pt x="428625" y="60578"/>
                </a:lnTo>
                <a:lnTo>
                  <a:pt x="384810" y="48387"/>
                </a:lnTo>
                <a:lnTo>
                  <a:pt x="339979" y="37337"/>
                </a:lnTo>
                <a:lnTo>
                  <a:pt x="294005" y="27559"/>
                </a:lnTo>
                <a:lnTo>
                  <a:pt x="247015" y="19430"/>
                </a:lnTo>
                <a:lnTo>
                  <a:pt x="199262" y="12573"/>
                </a:lnTo>
                <a:lnTo>
                  <a:pt x="150495" y="7112"/>
                </a:lnTo>
                <a:lnTo>
                  <a:pt x="101092" y="3175"/>
                </a:lnTo>
                <a:lnTo>
                  <a:pt x="50927" y="762"/>
                </a:lnTo>
                <a:lnTo>
                  <a:pt x="25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64353" y="3611626"/>
            <a:ext cx="1034415" cy="619125"/>
          </a:xfrm>
          <a:custGeom>
            <a:avLst/>
            <a:gdLst/>
            <a:ahLst/>
            <a:cxnLst/>
            <a:rect l="l" t="t" r="r" b="b"/>
            <a:pathLst>
              <a:path w="1034414" h="619125">
                <a:moveTo>
                  <a:pt x="937768" y="524129"/>
                </a:moveTo>
                <a:lnTo>
                  <a:pt x="934720" y="525907"/>
                </a:lnTo>
                <a:lnTo>
                  <a:pt x="931799" y="527812"/>
                </a:lnTo>
                <a:lnTo>
                  <a:pt x="930783" y="531622"/>
                </a:lnTo>
                <a:lnTo>
                  <a:pt x="932688" y="534669"/>
                </a:lnTo>
                <a:lnTo>
                  <a:pt x="984631" y="618998"/>
                </a:lnTo>
                <a:lnTo>
                  <a:pt x="991500" y="606551"/>
                </a:lnTo>
                <a:lnTo>
                  <a:pt x="978026" y="606551"/>
                </a:lnTo>
                <a:lnTo>
                  <a:pt x="977848" y="602742"/>
                </a:lnTo>
                <a:lnTo>
                  <a:pt x="977011" y="588137"/>
                </a:lnTo>
                <a:lnTo>
                  <a:pt x="976340" y="581377"/>
                </a:lnTo>
                <a:lnTo>
                  <a:pt x="943400" y="527812"/>
                </a:lnTo>
                <a:lnTo>
                  <a:pt x="941577" y="525018"/>
                </a:lnTo>
                <a:lnTo>
                  <a:pt x="937768" y="524129"/>
                </a:lnTo>
                <a:close/>
              </a:path>
              <a:path w="1034414" h="619125">
                <a:moveTo>
                  <a:pt x="976340" y="581377"/>
                </a:moveTo>
                <a:lnTo>
                  <a:pt x="977011" y="588137"/>
                </a:lnTo>
                <a:lnTo>
                  <a:pt x="977900" y="603631"/>
                </a:lnTo>
                <a:lnTo>
                  <a:pt x="978026" y="606551"/>
                </a:lnTo>
                <a:lnTo>
                  <a:pt x="990726" y="606298"/>
                </a:lnTo>
                <a:lnTo>
                  <a:pt x="990622" y="603376"/>
                </a:lnTo>
                <a:lnTo>
                  <a:pt x="978788" y="603376"/>
                </a:lnTo>
                <a:lnTo>
                  <a:pt x="984024" y="593874"/>
                </a:lnTo>
                <a:lnTo>
                  <a:pt x="976340" y="581377"/>
                </a:lnTo>
                <a:close/>
              </a:path>
              <a:path w="1034414" h="619125">
                <a:moveTo>
                  <a:pt x="1026922" y="521969"/>
                </a:moveTo>
                <a:lnTo>
                  <a:pt x="1023112" y="522986"/>
                </a:lnTo>
                <a:lnTo>
                  <a:pt x="1020354" y="527938"/>
                </a:lnTo>
                <a:lnTo>
                  <a:pt x="989333" y="584239"/>
                </a:lnTo>
                <a:lnTo>
                  <a:pt x="989584" y="586867"/>
                </a:lnTo>
                <a:lnTo>
                  <a:pt x="990600" y="602742"/>
                </a:lnTo>
                <a:lnTo>
                  <a:pt x="990726" y="606298"/>
                </a:lnTo>
                <a:lnTo>
                  <a:pt x="978026" y="606551"/>
                </a:lnTo>
                <a:lnTo>
                  <a:pt x="991500" y="606551"/>
                </a:lnTo>
                <a:lnTo>
                  <a:pt x="1032510" y="532257"/>
                </a:lnTo>
                <a:lnTo>
                  <a:pt x="1034161" y="529209"/>
                </a:lnTo>
                <a:lnTo>
                  <a:pt x="1033018" y="525272"/>
                </a:lnTo>
                <a:lnTo>
                  <a:pt x="1026922" y="521969"/>
                </a:lnTo>
                <a:close/>
              </a:path>
              <a:path w="1034414" h="619125">
                <a:moveTo>
                  <a:pt x="984024" y="593874"/>
                </a:moveTo>
                <a:lnTo>
                  <a:pt x="978788" y="603376"/>
                </a:lnTo>
                <a:lnTo>
                  <a:pt x="989711" y="603123"/>
                </a:lnTo>
                <a:lnTo>
                  <a:pt x="984024" y="593874"/>
                </a:lnTo>
                <a:close/>
              </a:path>
              <a:path w="1034414" h="619125">
                <a:moveTo>
                  <a:pt x="989333" y="584239"/>
                </a:moveTo>
                <a:lnTo>
                  <a:pt x="984024" y="593874"/>
                </a:lnTo>
                <a:lnTo>
                  <a:pt x="989711" y="603123"/>
                </a:lnTo>
                <a:lnTo>
                  <a:pt x="978788" y="603376"/>
                </a:lnTo>
                <a:lnTo>
                  <a:pt x="990622" y="603376"/>
                </a:lnTo>
                <a:lnTo>
                  <a:pt x="990600" y="602742"/>
                </a:lnTo>
                <a:lnTo>
                  <a:pt x="989584" y="586867"/>
                </a:lnTo>
                <a:lnTo>
                  <a:pt x="989333" y="584239"/>
                </a:lnTo>
                <a:close/>
              </a:path>
              <a:path w="1034414" h="619125">
                <a:moveTo>
                  <a:pt x="254" y="0"/>
                </a:moveTo>
                <a:lnTo>
                  <a:pt x="0" y="12700"/>
                </a:lnTo>
                <a:lnTo>
                  <a:pt x="50673" y="13462"/>
                </a:lnTo>
                <a:lnTo>
                  <a:pt x="100457" y="15875"/>
                </a:lnTo>
                <a:lnTo>
                  <a:pt x="149606" y="19685"/>
                </a:lnTo>
                <a:lnTo>
                  <a:pt x="197866" y="25146"/>
                </a:lnTo>
                <a:lnTo>
                  <a:pt x="245237" y="32004"/>
                </a:lnTo>
                <a:lnTo>
                  <a:pt x="291846" y="40131"/>
                </a:lnTo>
                <a:lnTo>
                  <a:pt x="337312" y="49656"/>
                </a:lnTo>
                <a:lnTo>
                  <a:pt x="381762" y="60706"/>
                </a:lnTo>
                <a:lnTo>
                  <a:pt x="425196" y="72898"/>
                </a:lnTo>
                <a:lnTo>
                  <a:pt x="467487" y="86360"/>
                </a:lnTo>
                <a:lnTo>
                  <a:pt x="508508" y="100965"/>
                </a:lnTo>
                <a:lnTo>
                  <a:pt x="548259" y="116967"/>
                </a:lnTo>
                <a:lnTo>
                  <a:pt x="586613" y="133857"/>
                </a:lnTo>
                <a:lnTo>
                  <a:pt x="623570" y="152019"/>
                </a:lnTo>
                <a:lnTo>
                  <a:pt x="659130" y="171069"/>
                </a:lnTo>
                <a:lnTo>
                  <a:pt x="693038" y="191262"/>
                </a:lnTo>
                <a:lnTo>
                  <a:pt x="725424" y="212344"/>
                </a:lnTo>
                <a:lnTo>
                  <a:pt x="785113" y="257429"/>
                </a:lnTo>
                <a:lnTo>
                  <a:pt x="837692" y="305943"/>
                </a:lnTo>
                <a:lnTo>
                  <a:pt x="882650" y="357505"/>
                </a:lnTo>
                <a:lnTo>
                  <a:pt x="919607" y="411861"/>
                </a:lnTo>
                <a:lnTo>
                  <a:pt x="947801" y="468503"/>
                </a:lnTo>
                <a:lnTo>
                  <a:pt x="963168" y="512444"/>
                </a:lnTo>
                <a:lnTo>
                  <a:pt x="973201" y="557403"/>
                </a:lnTo>
                <a:lnTo>
                  <a:pt x="976340" y="581377"/>
                </a:lnTo>
                <a:lnTo>
                  <a:pt x="984024" y="593874"/>
                </a:lnTo>
                <a:lnTo>
                  <a:pt x="989333" y="584239"/>
                </a:lnTo>
                <a:lnTo>
                  <a:pt x="988060" y="570865"/>
                </a:lnTo>
                <a:lnTo>
                  <a:pt x="985774" y="555244"/>
                </a:lnTo>
                <a:lnTo>
                  <a:pt x="975233" y="508762"/>
                </a:lnTo>
                <a:lnTo>
                  <a:pt x="959358" y="463296"/>
                </a:lnTo>
                <a:lnTo>
                  <a:pt x="930275" y="405003"/>
                </a:lnTo>
                <a:lnTo>
                  <a:pt x="892429" y="349376"/>
                </a:lnTo>
                <a:lnTo>
                  <a:pt x="846582" y="296799"/>
                </a:lnTo>
                <a:lnTo>
                  <a:pt x="792988" y="247523"/>
                </a:lnTo>
                <a:lnTo>
                  <a:pt x="732409" y="201675"/>
                </a:lnTo>
                <a:lnTo>
                  <a:pt x="699516" y="180340"/>
                </a:lnTo>
                <a:lnTo>
                  <a:pt x="665099" y="159893"/>
                </a:lnTo>
                <a:lnTo>
                  <a:pt x="629158" y="140588"/>
                </a:lnTo>
                <a:lnTo>
                  <a:pt x="591693" y="122300"/>
                </a:lnTo>
                <a:lnTo>
                  <a:pt x="552958" y="105156"/>
                </a:lnTo>
                <a:lnTo>
                  <a:pt x="512825" y="89026"/>
                </a:lnTo>
                <a:lnTo>
                  <a:pt x="471297" y="74168"/>
                </a:lnTo>
                <a:lnTo>
                  <a:pt x="428625" y="60579"/>
                </a:lnTo>
                <a:lnTo>
                  <a:pt x="384810" y="48387"/>
                </a:lnTo>
                <a:lnTo>
                  <a:pt x="339979" y="37337"/>
                </a:lnTo>
                <a:lnTo>
                  <a:pt x="294005" y="27559"/>
                </a:lnTo>
                <a:lnTo>
                  <a:pt x="247014" y="19431"/>
                </a:lnTo>
                <a:lnTo>
                  <a:pt x="199262" y="12573"/>
                </a:lnTo>
                <a:lnTo>
                  <a:pt x="150495" y="7112"/>
                </a:lnTo>
                <a:lnTo>
                  <a:pt x="101092" y="3175"/>
                </a:lnTo>
                <a:lnTo>
                  <a:pt x="50926" y="762"/>
                </a:lnTo>
                <a:lnTo>
                  <a:pt x="25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06996" y="4311141"/>
            <a:ext cx="1034415" cy="619125"/>
          </a:xfrm>
          <a:custGeom>
            <a:avLst/>
            <a:gdLst/>
            <a:ahLst/>
            <a:cxnLst/>
            <a:rect l="l" t="t" r="r" b="b"/>
            <a:pathLst>
              <a:path w="1034415" h="619125">
                <a:moveTo>
                  <a:pt x="937768" y="524128"/>
                </a:moveTo>
                <a:lnTo>
                  <a:pt x="934720" y="525906"/>
                </a:lnTo>
                <a:lnTo>
                  <a:pt x="931799" y="527811"/>
                </a:lnTo>
                <a:lnTo>
                  <a:pt x="930782" y="531621"/>
                </a:lnTo>
                <a:lnTo>
                  <a:pt x="932687" y="534669"/>
                </a:lnTo>
                <a:lnTo>
                  <a:pt x="984630" y="618997"/>
                </a:lnTo>
                <a:lnTo>
                  <a:pt x="991500" y="606551"/>
                </a:lnTo>
                <a:lnTo>
                  <a:pt x="978026" y="606551"/>
                </a:lnTo>
                <a:lnTo>
                  <a:pt x="977848" y="602741"/>
                </a:lnTo>
                <a:lnTo>
                  <a:pt x="977010" y="588136"/>
                </a:lnTo>
                <a:lnTo>
                  <a:pt x="976340" y="581377"/>
                </a:lnTo>
                <a:lnTo>
                  <a:pt x="943400" y="527811"/>
                </a:lnTo>
                <a:lnTo>
                  <a:pt x="941577" y="525017"/>
                </a:lnTo>
                <a:lnTo>
                  <a:pt x="937768" y="524128"/>
                </a:lnTo>
                <a:close/>
              </a:path>
              <a:path w="1034415" h="619125">
                <a:moveTo>
                  <a:pt x="976340" y="581377"/>
                </a:moveTo>
                <a:lnTo>
                  <a:pt x="977010" y="588136"/>
                </a:lnTo>
                <a:lnTo>
                  <a:pt x="977900" y="603630"/>
                </a:lnTo>
                <a:lnTo>
                  <a:pt x="978026" y="606551"/>
                </a:lnTo>
                <a:lnTo>
                  <a:pt x="990726" y="606297"/>
                </a:lnTo>
                <a:lnTo>
                  <a:pt x="990622" y="603376"/>
                </a:lnTo>
                <a:lnTo>
                  <a:pt x="978788" y="603376"/>
                </a:lnTo>
                <a:lnTo>
                  <a:pt x="984024" y="593874"/>
                </a:lnTo>
                <a:lnTo>
                  <a:pt x="976340" y="581377"/>
                </a:lnTo>
                <a:close/>
              </a:path>
              <a:path w="1034415" h="619125">
                <a:moveTo>
                  <a:pt x="1026922" y="521969"/>
                </a:moveTo>
                <a:lnTo>
                  <a:pt x="1023111" y="522985"/>
                </a:lnTo>
                <a:lnTo>
                  <a:pt x="1020354" y="527938"/>
                </a:lnTo>
                <a:lnTo>
                  <a:pt x="989333" y="584239"/>
                </a:lnTo>
                <a:lnTo>
                  <a:pt x="989583" y="586866"/>
                </a:lnTo>
                <a:lnTo>
                  <a:pt x="990600" y="602741"/>
                </a:lnTo>
                <a:lnTo>
                  <a:pt x="990726" y="606297"/>
                </a:lnTo>
                <a:lnTo>
                  <a:pt x="978026" y="606551"/>
                </a:lnTo>
                <a:lnTo>
                  <a:pt x="991500" y="606551"/>
                </a:lnTo>
                <a:lnTo>
                  <a:pt x="1032509" y="532256"/>
                </a:lnTo>
                <a:lnTo>
                  <a:pt x="1034160" y="529208"/>
                </a:lnTo>
                <a:lnTo>
                  <a:pt x="1033018" y="525271"/>
                </a:lnTo>
                <a:lnTo>
                  <a:pt x="1026922" y="521969"/>
                </a:lnTo>
                <a:close/>
              </a:path>
              <a:path w="1034415" h="619125">
                <a:moveTo>
                  <a:pt x="984024" y="593874"/>
                </a:moveTo>
                <a:lnTo>
                  <a:pt x="978788" y="603376"/>
                </a:lnTo>
                <a:lnTo>
                  <a:pt x="989710" y="603122"/>
                </a:lnTo>
                <a:lnTo>
                  <a:pt x="984024" y="593874"/>
                </a:lnTo>
                <a:close/>
              </a:path>
              <a:path w="1034415" h="619125">
                <a:moveTo>
                  <a:pt x="989333" y="584239"/>
                </a:moveTo>
                <a:lnTo>
                  <a:pt x="984024" y="593874"/>
                </a:lnTo>
                <a:lnTo>
                  <a:pt x="989710" y="603122"/>
                </a:lnTo>
                <a:lnTo>
                  <a:pt x="978788" y="603376"/>
                </a:lnTo>
                <a:lnTo>
                  <a:pt x="990622" y="603376"/>
                </a:lnTo>
                <a:lnTo>
                  <a:pt x="990600" y="602741"/>
                </a:lnTo>
                <a:lnTo>
                  <a:pt x="989583" y="586866"/>
                </a:lnTo>
                <a:lnTo>
                  <a:pt x="989333" y="584239"/>
                </a:lnTo>
                <a:close/>
              </a:path>
              <a:path w="1034415" h="619125">
                <a:moveTo>
                  <a:pt x="253" y="0"/>
                </a:moveTo>
                <a:lnTo>
                  <a:pt x="0" y="12699"/>
                </a:lnTo>
                <a:lnTo>
                  <a:pt x="50673" y="13461"/>
                </a:lnTo>
                <a:lnTo>
                  <a:pt x="100456" y="15874"/>
                </a:lnTo>
                <a:lnTo>
                  <a:pt x="149605" y="19684"/>
                </a:lnTo>
                <a:lnTo>
                  <a:pt x="197866" y="25145"/>
                </a:lnTo>
                <a:lnTo>
                  <a:pt x="245236" y="32003"/>
                </a:lnTo>
                <a:lnTo>
                  <a:pt x="291846" y="40131"/>
                </a:lnTo>
                <a:lnTo>
                  <a:pt x="337311" y="49656"/>
                </a:lnTo>
                <a:lnTo>
                  <a:pt x="381761" y="60705"/>
                </a:lnTo>
                <a:lnTo>
                  <a:pt x="425196" y="72897"/>
                </a:lnTo>
                <a:lnTo>
                  <a:pt x="467486" y="86359"/>
                </a:lnTo>
                <a:lnTo>
                  <a:pt x="508507" y="100964"/>
                </a:lnTo>
                <a:lnTo>
                  <a:pt x="548258" y="116966"/>
                </a:lnTo>
                <a:lnTo>
                  <a:pt x="586612" y="133857"/>
                </a:lnTo>
                <a:lnTo>
                  <a:pt x="623570" y="152018"/>
                </a:lnTo>
                <a:lnTo>
                  <a:pt x="659129" y="171068"/>
                </a:lnTo>
                <a:lnTo>
                  <a:pt x="693038" y="191261"/>
                </a:lnTo>
                <a:lnTo>
                  <a:pt x="725424" y="212343"/>
                </a:lnTo>
                <a:lnTo>
                  <a:pt x="785113" y="257428"/>
                </a:lnTo>
                <a:lnTo>
                  <a:pt x="837692" y="305942"/>
                </a:lnTo>
                <a:lnTo>
                  <a:pt x="882650" y="357504"/>
                </a:lnTo>
                <a:lnTo>
                  <a:pt x="919606" y="411860"/>
                </a:lnTo>
                <a:lnTo>
                  <a:pt x="947801" y="468502"/>
                </a:lnTo>
                <a:lnTo>
                  <a:pt x="963168" y="512444"/>
                </a:lnTo>
                <a:lnTo>
                  <a:pt x="973201" y="557402"/>
                </a:lnTo>
                <a:lnTo>
                  <a:pt x="976340" y="581377"/>
                </a:lnTo>
                <a:lnTo>
                  <a:pt x="984024" y="593874"/>
                </a:lnTo>
                <a:lnTo>
                  <a:pt x="989333" y="584239"/>
                </a:lnTo>
                <a:lnTo>
                  <a:pt x="988059" y="570864"/>
                </a:lnTo>
                <a:lnTo>
                  <a:pt x="985774" y="555243"/>
                </a:lnTo>
                <a:lnTo>
                  <a:pt x="975232" y="508761"/>
                </a:lnTo>
                <a:lnTo>
                  <a:pt x="959357" y="463295"/>
                </a:lnTo>
                <a:lnTo>
                  <a:pt x="930275" y="405002"/>
                </a:lnTo>
                <a:lnTo>
                  <a:pt x="892428" y="349376"/>
                </a:lnTo>
                <a:lnTo>
                  <a:pt x="846581" y="296798"/>
                </a:lnTo>
                <a:lnTo>
                  <a:pt x="792987" y="247522"/>
                </a:lnTo>
                <a:lnTo>
                  <a:pt x="732408" y="201675"/>
                </a:lnTo>
                <a:lnTo>
                  <a:pt x="699516" y="180339"/>
                </a:lnTo>
                <a:lnTo>
                  <a:pt x="665099" y="159892"/>
                </a:lnTo>
                <a:lnTo>
                  <a:pt x="629157" y="140588"/>
                </a:lnTo>
                <a:lnTo>
                  <a:pt x="591693" y="122300"/>
                </a:lnTo>
                <a:lnTo>
                  <a:pt x="552957" y="105155"/>
                </a:lnTo>
                <a:lnTo>
                  <a:pt x="512825" y="89026"/>
                </a:lnTo>
                <a:lnTo>
                  <a:pt x="471297" y="74167"/>
                </a:lnTo>
                <a:lnTo>
                  <a:pt x="428625" y="60578"/>
                </a:lnTo>
                <a:lnTo>
                  <a:pt x="384809" y="48386"/>
                </a:lnTo>
                <a:lnTo>
                  <a:pt x="339978" y="37337"/>
                </a:lnTo>
                <a:lnTo>
                  <a:pt x="294004" y="27558"/>
                </a:lnTo>
                <a:lnTo>
                  <a:pt x="247014" y="19430"/>
                </a:lnTo>
                <a:lnTo>
                  <a:pt x="199262" y="12572"/>
                </a:lnTo>
                <a:lnTo>
                  <a:pt x="150495" y="7111"/>
                </a:lnTo>
                <a:lnTo>
                  <a:pt x="101092" y="3174"/>
                </a:lnTo>
                <a:lnTo>
                  <a:pt x="50926" y="761"/>
                </a:lnTo>
                <a:lnTo>
                  <a:pt x="25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49641" y="5012182"/>
            <a:ext cx="1034415" cy="619125"/>
          </a:xfrm>
          <a:custGeom>
            <a:avLst/>
            <a:gdLst/>
            <a:ahLst/>
            <a:cxnLst/>
            <a:rect l="l" t="t" r="r" b="b"/>
            <a:pathLst>
              <a:path w="1034415" h="619125">
                <a:moveTo>
                  <a:pt x="937767" y="524129"/>
                </a:moveTo>
                <a:lnTo>
                  <a:pt x="934719" y="525907"/>
                </a:lnTo>
                <a:lnTo>
                  <a:pt x="931799" y="527812"/>
                </a:lnTo>
                <a:lnTo>
                  <a:pt x="930782" y="531622"/>
                </a:lnTo>
                <a:lnTo>
                  <a:pt x="932687" y="534670"/>
                </a:lnTo>
                <a:lnTo>
                  <a:pt x="984630" y="619023"/>
                </a:lnTo>
                <a:lnTo>
                  <a:pt x="991498" y="606577"/>
                </a:lnTo>
                <a:lnTo>
                  <a:pt x="978026" y="606577"/>
                </a:lnTo>
                <a:lnTo>
                  <a:pt x="977856" y="602805"/>
                </a:lnTo>
                <a:lnTo>
                  <a:pt x="977010" y="588086"/>
                </a:lnTo>
                <a:lnTo>
                  <a:pt x="976341" y="581361"/>
                </a:lnTo>
                <a:lnTo>
                  <a:pt x="943400" y="527812"/>
                </a:lnTo>
                <a:lnTo>
                  <a:pt x="941577" y="525018"/>
                </a:lnTo>
                <a:lnTo>
                  <a:pt x="937767" y="524129"/>
                </a:lnTo>
                <a:close/>
              </a:path>
              <a:path w="1034415" h="619125">
                <a:moveTo>
                  <a:pt x="976341" y="581361"/>
                </a:moveTo>
                <a:lnTo>
                  <a:pt x="977010" y="588086"/>
                </a:lnTo>
                <a:lnTo>
                  <a:pt x="977900" y="603567"/>
                </a:lnTo>
                <a:lnTo>
                  <a:pt x="978026" y="606577"/>
                </a:lnTo>
                <a:lnTo>
                  <a:pt x="990726" y="606272"/>
                </a:lnTo>
                <a:lnTo>
                  <a:pt x="990620" y="603364"/>
                </a:lnTo>
                <a:lnTo>
                  <a:pt x="978788" y="603364"/>
                </a:lnTo>
                <a:lnTo>
                  <a:pt x="984027" y="593857"/>
                </a:lnTo>
                <a:lnTo>
                  <a:pt x="976341" y="581361"/>
                </a:lnTo>
                <a:close/>
              </a:path>
              <a:path w="1034415" h="619125">
                <a:moveTo>
                  <a:pt x="1026922" y="521970"/>
                </a:moveTo>
                <a:lnTo>
                  <a:pt x="1023111" y="522986"/>
                </a:lnTo>
                <a:lnTo>
                  <a:pt x="1020354" y="527939"/>
                </a:lnTo>
                <a:lnTo>
                  <a:pt x="989333" y="584229"/>
                </a:lnTo>
                <a:lnTo>
                  <a:pt x="989583" y="586854"/>
                </a:lnTo>
                <a:lnTo>
                  <a:pt x="990600" y="602805"/>
                </a:lnTo>
                <a:lnTo>
                  <a:pt x="990726" y="606272"/>
                </a:lnTo>
                <a:lnTo>
                  <a:pt x="978026" y="606577"/>
                </a:lnTo>
                <a:lnTo>
                  <a:pt x="991498" y="606577"/>
                </a:lnTo>
                <a:lnTo>
                  <a:pt x="1032509" y="532257"/>
                </a:lnTo>
                <a:lnTo>
                  <a:pt x="1034160" y="529209"/>
                </a:lnTo>
                <a:lnTo>
                  <a:pt x="1033017" y="525272"/>
                </a:lnTo>
                <a:lnTo>
                  <a:pt x="1026922" y="521970"/>
                </a:lnTo>
                <a:close/>
              </a:path>
              <a:path w="1034415" h="619125">
                <a:moveTo>
                  <a:pt x="984027" y="593857"/>
                </a:moveTo>
                <a:lnTo>
                  <a:pt x="978788" y="603364"/>
                </a:lnTo>
                <a:lnTo>
                  <a:pt x="989710" y="603097"/>
                </a:lnTo>
                <a:lnTo>
                  <a:pt x="984027" y="593857"/>
                </a:lnTo>
                <a:close/>
              </a:path>
              <a:path w="1034415" h="619125">
                <a:moveTo>
                  <a:pt x="989333" y="584229"/>
                </a:moveTo>
                <a:lnTo>
                  <a:pt x="984027" y="593857"/>
                </a:lnTo>
                <a:lnTo>
                  <a:pt x="989710" y="603097"/>
                </a:lnTo>
                <a:lnTo>
                  <a:pt x="978788" y="603364"/>
                </a:lnTo>
                <a:lnTo>
                  <a:pt x="990620" y="603364"/>
                </a:lnTo>
                <a:lnTo>
                  <a:pt x="990600" y="602805"/>
                </a:lnTo>
                <a:lnTo>
                  <a:pt x="989583" y="586854"/>
                </a:lnTo>
                <a:lnTo>
                  <a:pt x="989333" y="584229"/>
                </a:lnTo>
                <a:close/>
              </a:path>
              <a:path w="1034415" h="619125">
                <a:moveTo>
                  <a:pt x="253" y="0"/>
                </a:moveTo>
                <a:lnTo>
                  <a:pt x="0" y="12700"/>
                </a:lnTo>
                <a:lnTo>
                  <a:pt x="50673" y="13462"/>
                </a:lnTo>
                <a:lnTo>
                  <a:pt x="100456" y="15875"/>
                </a:lnTo>
                <a:lnTo>
                  <a:pt x="149605" y="19685"/>
                </a:lnTo>
                <a:lnTo>
                  <a:pt x="197865" y="25146"/>
                </a:lnTo>
                <a:lnTo>
                  <a:pt x="245236" y="32004"/>
                </a:lnTo>
                <a:lnTo>
                  <a:pt x="291845" y="40132"/>
                </a:lnTo>
                <a:lnTo>
                  <a:pt x="337311" y="49657"/>
                </a:lnTo>
                <a:lnTo>
                  <a:pt x="381761" y="60706"/>
                </a:lnTo>
                <a:lnTo>
                  <a:pt x="425195" y="72898"/>
                </a:lnTo>
                <a:lnTo>
                  <a:pt x="467486" y="86360"/>
                </a:lnTo>
                <a:lnTo>
                  <a:pt x="508507" y="100965"/>
                </a:lnTo>
                <a:lnTo>
                  <a:pt x="548258" y="116967"/>
                </a:lnTo>
                <a:lnTo>
                  <a:pt x="586612" y="133858"/>
                </a:lnTo>
                <a:lnTo>
                  <a:pt x="623569" y="152019"/>
                </a:lnTo>
                <a:lnTo>
                  <a:pt x="659129" y="171069"/>
                </a:lnTo>
                <a:lnTo>
                  <a:pt x="693038" y="191262"/>
                </a:lnTo>
                <a:lnTo>
                  <a:pt x="725424" y="212344"/>
                </a:lnTo>
                <a:lnTo>
                  <a:pt x="785113" y="257429"/>
                </a:lnTo>
                <a:lnTo>
                  <a:pt x="837691" y="305943"/>
                </a:lnTo>
                <a:lnTo>
                  <a:pt x="882650" y="357505"/>
                </a:lnTo>
                <a:lnTo>
                  <a:pt x="919479" y="411861"/>
                </a:lnTo>
                <a:lnTo>
                  <a:pt x="947801" y="468503"/>
                </a:lnTo>
                <a:lnTo>
                  <a:pt x="963167" y="512445"/>
                </a:lnTo>
                <a:lnTo>
                  <a:pt x="973201" y="557403"/>
                </a:lnTo>
                <a:lnTo>
                  <a:pt x="976341" y="581361"/>
                </a:lnTo>
                <a:lnTo>
                  <a:pt x="984027" y="593857"/>
                </a:lnTo>
                <a:lnTo>
                  <a:pt x="989333" y="584229"/>
                </a:lnTo>
                <a:lnTo>
                  <a:pt x="988059" y="570865"/>
                </a:lnTo>
                <a:lnTo>
                  <a:pt x="985774" y="555244"/>
                </a:lnTo>
                <a:lnTo>
                  <a:pt x="975232" y="508762"/>
                </a:lnTo>
                <a:lnTo>
                  <a:pt x="959357" y="463296"/>
                </a:lnTo>
                <a:lnTo>
                  <a:pt x="930275" y="405003"/>
                </a:lnTo>
                <a:lnTo>
                  <a:pt x="892428" y="349377"/>
                </a:lnTo>
                <a:lnTo>
                  <a:pt x="846581" y="296799"/>
                </a:lnTo>
                <a:lnTo>
                  <a:pt x="792987" y="247523"/>
                </a:lnTo>
                <a:lnTo>
                  <a:pt x="732408" y="201676"/>
                </a:lnTo>
                <a:lnTo>
                  <a:pt x="699515" y="180340"/>
                </a:lnTo>
                <a:lnTo>
                  <a:pt x="665099" y="159893"/>
                </a:lnTo>
                <a:lnTo>
                  <a:pt x="629157" y="140589"/>
                </a:lnTo>
                <a:lnTo>
                  <a:pt x="591692" y="122301"/>
                </a:lnTo>
                <a:lnTo>
                  <a:pt x="552957" y="105156"/>
                </a:lnTo>
                <a:lnTo>
                  <a:pt x="512825" y="89027"/>
                </a:lnTo>
                <a:lnTo>
                  <a:pt x="471297" y="74168"/>
                </a:lnTo>
                <a:lnTo>
                  <a:pt x="428625" y="60579"/>
                </a:lnTo>
                <a:lnTo>
                  <a:pt x="384809" y="48387"/>
                </a:lnTo>
                <a:lnTo>
                  <a:pt x="339978" y="37338"/>
                </a:lnTo>
                <a:lnTo>
                  <a:pt x="294004" y="27559"/>
                </a:lnTo>
                <a:lnTo>
                  <a:pt x="247014" y="19431"/>
                </a:lnTo>
                <a:lnTo>
                  <a:pt x="199262" y="12573"/>
                </a:lnTo>
                <a:lnTo>
                  <a:pt x="150494" y="7112"/>
                </a:lnTo>
                <a:lnTo>
                  <a:pt x="101091" y="3175"/>
                </a:lnTo>
                <a:lnTo>
                  <a:pt x="50926" y="762"/>
                </a:lnTo>
                <a:lnTo>
                  <a:pt x="25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89751" y="5544311"/>
            <a:ext cx="1302385" cy="619125"/>
          </a:xfrm>
          <a:custGeom>
            <a:avLst/>
            <a:gdLst/>
            <a:ahLst/>
            <a:cxnLst/>
            <a:rect l="l" t="t" r="r" b="b"/>
            <a:pathLst>
              <a:path w="1302384" h="619125">
                <a:moveTo>
                  <a:pt x="49829" y="25105"/>
                </a:moveTo>
                <a:lnTo>
                  <a:pt x="44719" y="34496"/>
                </a:lnTo>
                <a:lnTo>
                  <a:pt x="46482" y="48310"/>
                </a:lnTo>
                <a:lnTo>
                  <a:pt x="49402" y="63995"/>
                </a:lnTo>
                <a:lnTo>
                  <a:pt x="62737" y="110718"/>
                </a:lnTo>
                <a:lnTo>
                  <a:pt x="83058" y="156133"/>
                </a:lnTo>
                <a:lnTo>
                  <a:pt x="109854" y="200202"/>
                </a:lnTo>
                <a:lnTo>
                  <a:pt x="142875" y="242760"/>
                </a:lnTo>
                <a:lnTo>
                  <a:pt x="181864" y="283540"/>
                </a:lnTo>
                <a:lnTo>
                  <a:pt x="211074" y="309879"/>
                </a:lnTo>
                <a:lnTo>
                  <a:pt x="242697" y="335330"/>
                </a:lnTo>
                <a:lnTo>
                  <a:pt x="276732" y="359981"/>
                </a:lnTo>
                <a:lnTo>
                  <a:pt x="332104" y="395300"/>
                </a:lnTo>
                <a:lnTo>
                  <a:pt x="371728" y="417601"/>
                </a:lnTo>
                <a:lnTo>
                  <a:pt x="413384" y="438950"/>
                </a:lnTo>
                <a:lnTo>
                  <a:pt x="457073" y="459333"/>
                </a:lnTo>
                <a:lnTo>
                  <a:pt x="502793" y="478650"/>
                </a:lnTo>
                <a:lnTo>
                  <a:pt x="550291" y="496912"/>
                </a:lnTo>
                <a:lnTo>
                  <a:pt x="599567" y="514121"/>
                </a:lnTo>
                <a:lnTo>
                  <a:pt x="650494" y="530085"/>
                </a:lnTo>
                <a:lnTo>
                  <a:pt x="703199" y="544893"/>
                </a:lnTo>
                <a:lnTo>
                  <a:pt x="757427" y="558457"/>
                </a:lnTo>
                <a:lnTo>
                  <a:pt x="813053" y="570776"/>
                </a:lnTo>
                <a:lnTo>
                  <a:pt x="870076" y="581761"/>
                </a:lnTo>
                <a:lnTo>
                  <a:pt x="928497" y="591413"/>
                </a:lnTo>
                <a:lnTo>
                  <a:pt x="988059" y="599719"/>
                </a:lnTo>
                <a:lnTo>
                  <a:pt x="1048893" y="606501"/>
                </a:lnTo>
                <a:lnTo>
                  <a:pt x="1110742" y="611936"/>
                </a:lnTo>
                <a:lnTo>
                  <a:pt x="1173479" y="615848"/>
                </a:lnTo>
                <a:lnTo>
                  <a:pt x="1237360" y="618236"/>
                </a:lnTo>
                <a:lnTo>
                  <a:pt x="1301750" y="618997"/>
                </a:lnTo>
                <a:lnTo>
                  <a:pt x="1302003" y="606297"/>
                </a:lnTo>
                <a:lnTo>
                  <a:pt x="1237488" y="605536"/>
                </a:lnTo>
                <a:lnTo>
                  <a:pt x="1173988" y="603161"/>
                </a:lnTo>
                <a:lnTo>
                  <a:pt x="1111503" y="599262"/>
                </a:lnTo>
                <a:lnTo>
                  <a:pt x="1050035" y="593839"/>
                </a:lnTo>
                <a:lnTo>
                  <a:pt x="989456" y="587095"/>
                </a:lnTo>
                <a:lnTo>
                  <a:pt x="930275" y="578827"/>
                </a:lnTo>
                <a:lnTo>
                  <a:pt x="872235" y="569239"/>
                </a:lnTo>
                <a:lnTo>
                  <a:pt x="815467" y="558317"/>
                </a:lnTo>
                <a:lnTo>
                  <a:pt x="760095" y="546061"/>
                </a:lnTo>
                <a:lnTo>
                  <a:pt x="706247" y="532574"/>
                </a:lnTo>
                <a:lnTo>
                  <a:pt x="654050" y="517855"/>
                </a:lnTo>
                <a:lnTo>
                  <a:pt x="603376" y="502005"/>
                </a:lnTo>
                <a:lnTo>
                  <a:pt x="554481" y="484924"/>
                </a:lnTo>
                <a:lnTo>
                  <a:pt x="507238" y="466801"/>
                </a:lnTo>
                <a:lnTo>
                  <a:pt x="462025" y="447636"/>
                </a:lnTo>
                <a:lnTo>
                  <a:pt x="418719" y="427443"/>
                </a:lnTo>
                <a:lnTo>
                  <a:pt x="377571" y="406311"/>
                </a:lnTo>
                <a:lnTo>
                  <a:pt x="338327" y="384225"/>
                </a:lnTo>
                <a:lnTo>
                  <a:pt x="301371" y="361226"/>
                </a:lnTo>
                <a:lnTo>
                  <a:pt x="266700" y="337337"/>
                </a:lnTo>
                <a:lnTo>
                  <a:pt x="234442" y="312661"/>
                </a:lnTo>
                <a:lnTo>
                  <a:pt x="204470" y="287248"/>
                </a:lnTo>
                <a:lnTo>
                  <a:pt x="164465" y="247751"/>
                </a:lnTo>
                <a:lnTo>
                  <a:pt x="130175" y="206806"/>
                </a:lnTo>
                <a:lnTo>
                  <a:pt x="102108" y="164452"/>
                </a:lnTo>
                <a:lnTo>
                  <a:pt x="80390" y="120853"/>
                </a:lnTo>
                <a:lnTo>
                  <a:pt x="65277" y="76250"/>
                </a:lnTo>
                <a:lnTo>
                  <a:pt x="58021" y="38229"/>
                </a:lnTo>
                <a:lnTo>
                  <a:pt x="49829" y="25105"/>
                </a:lnTo>
                <a:close/>
              </a:path>
              <a:path w="1302384" h="619125">
                <a:moveTo>
                  <a:pt x="49022" y="0"/>
                </a:moveTo>
                <a:lnTo>
                  <a:pt x="1777" y="87033"/>
                </a:lnTo>
                <a:lnTo>
                  <a:pt x="0" y="90119"/>
                </a:lnTo>
                <a:lnTo>
                  <a:pt x="1143" y="93979"/>
                </a:lnTo>
                <a:lnTo>
                  <a:pt x="4318" y="95643"/>
                </a:lnTo>
                <a:lnTo>
                  <a:pt x="7365" y="97320"/>
                </a:lnTo>
                <a:lnTo>
                  <a:pt x="11175" y="96189"/>
                </a:lnTo>
                <a:lnTo>
                  <a:pt x="16144" y="87007"/>
                </a:lnTo>
                <a:lnTo>
                  <a:pt x="44719" y="34496"/>
                </a:lnTo>
                <a:lnTo>
                  <a:pt x="44450" y="32384"/>
                </a:lnTo>
                <a:lnTo>
                  <a:pt x="43179" y="16256"/>
                </a:lnTo>
                <a:lnTo>
                  <a:pt x="43052" y="12700"/>
                </a:lnTo>
                <a:lnTo>
                  <a:pt x="55752" y="12318"/>
                </a:lnTo>
                <a:lnTo>
                  <a:pt x="56729" y="12318"/>
                </a:lnTo>
                <a:lnTo>
                  <a:pt x="49022" y="0"/>
                </a:lnTo>
                <a:close/>
              </a:path>
              <a:path w="1302384" h="619125">
                <a:moveTo>
                  <a:pt x="56729" y="12318"/>
                </a:moveTo>
                <a:lnTo>
                  <a:pt x="55752" y="12318"/>
                </a:lnTo>
                <a:lnTo>
                  <a:pt x="55879" y="15366"/>
                </a:lnTo>
                <a:lnTo>
                  <a:pt x="57023" y="30734"/>
                </a:lnTo>
                <a:lnTo>
                  <a:pt x="58021" y="38229"/>
                </a:lnTo>
                <a:lnTo>
                  <a:pt x="90903" y="90919"/>
                </a:lnTo>
                <a:lnTo>
                  <a:pt x="92583" y="93738"/>
                </a:lnTo>
                <a:lnTo>
                  <a:pt x="96520" y="94640"/>
                </a:lnTo>
                <a:lnTo>
                  <a:pt x="99568" y="92786"/>
                </a:lnTo>
                <a:lnTo>
                  <a:pt x="102488" y="90919"/>
                </a:lnTo>
                <a:lnTo>
                  <a:pt x="103377" y="87007"/>
                </a:lnTo>
                <a:lnTo>
                  <a:pt x="101600" y="84035"/>
                </a:lnTo>
                <a:lnTo>
                  <a:pt x="56729" y="12318"/>
                </a:lnTo>
                <a:close/>
              </a:path>
              <a:path w="1302384" h="619125">
                <a:moveTo>
                  <a:pt x="55898" y="15621"/>
                </a:moveTo>
                <a:lnTo>
                  <a:pt x="54990" y="15621"/>
                </a:lnTo>
                <a:lnTo>
                  <a:pt x="49829" y="25105"/>
                </a:lnTo>
                <a:lnTo>
                  <a:pt x="58021" y="38229"/>
                </a:lnTo>
                <a:lnTo>
                  <a:pt x="57023" y="30734"/>
                </a:lnTo>
                <a:lnTo>
                  <a:pt x="55898" y="15621"/>
                </a:lnTo>
                <a:close/>
              </a:path>
              <a:path w="1302384" h="619125">
                <a:moveTo>
                  <a:pt x="55752" y="12318"/>
                </a:moveTo>
                <a:lnTo>
                  <a:pt x="43052" y="12700"/>
                </a:lnTo>
                <a:lnTo>
                  <a:pt x="43179" y="16256"/>
                </a:lnTo>
                <a:lnTo>
                  <a:pt x="44450" y="32384"/>
                </a:lnTo>
                <a:lnTo>
                  <a:pt x="44719" y="34496"/>
                </a:lnTo>
                <a:lnTo>
                  <a:pt x="49829" y="25105"/>
                </a:lnTo>
                <a:lnTo>
                  <a:pt x="44069" y="15875"/>
                </a:lnTo>
                <a:lnTo>
                  <a:pt x="54990" y="15621"/>
                </a:lnTo>
                <a:lnTo>
                  <a:pt x="55898" y="15621"/>
                </a:lnTo>
                <a:lnTo>
                  <a:pt x="55752" y="12318"/>
                </a:lnTo>
                <a:close/>
              </a:path>
              <a:path w="1302384" h="619125">
                <a:moveTo>
                  <a:pt x="54990" y="15621"/>
                </a:moveTo>
                <a:lnTo>
                  <a:pt x="44069" y="15875"/>
                </a:lnTo>
                <a:lnTo>
                  <a:pt x="49829" y="25105"/>
                </a:lnTo>
                <a:lnTo>
                  <a:pt x="54990" y="1562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67275" y="4843271"/>
            <a:ext cx="1302385" cy="619125"/>
          </a:xfrm>
          <a:custGeom>
            <a:avLst/>
            <a:gdLst/>
            <a:ahLst/>
            <a:cxnLst/>
            <a:rect l="l" t="t" r="r" b="b"/>
            <a:pathLst>
              <a:path w="1302385" h="619125">
                <a:moveTo>
                  <a:pt x="49828" y="25108"/>
                </a:moveTo>
                <a:lnTo>
                  <a:pt x="44720" y="34495"/>
                </a:lnTo>
                <a:lnTo>
                  <a:pt x="46482" y="48259"/>
                </a:lnTo>
                <a:lnTo>
                  <a:pt x="49402" y="64007"/>
                </a:lnTo>
                <a:lnTo>
                  <a:pt x="62737" y="110743"/>
                </a:lnTo>
                <a:lnTo>
                  <a:pt x="83058" y="156082"/>
                </a:lnTo>
                <a:lnTo>
                  <a:pt x="109854" y="200151"/>
                </a:lnTo>
                <a:lnTo>
                  <a:pt x="142875" y="242696"/>
                </a:lnTo>
                <a:lnTo>
                  <a:pt x="181863" y="283590"/>
                </a:lnTo>
                <a:lnTo>
                  <a:pt x="211074" y="309879"/>
                </a:lnTo>
                <a:lnTo>
                  <a:pt x="242697" y="335279"/>
                </a:lnTo>
                <a:lnTo>
                  <a:pt x="276733" y="360044"/>
                </a:lnTo>
                <a:lnTo>
                  <a:pt x="332104" y="395350"/>
                </a:lnTo>
                <a:lnTo>
                  <a:pt x="371728" y="417575"/>
                </a:lnTo>
                <a:lnTo>
                  <a:pt x="413385" y="438911"/>
                </a:lnTo>
                <a:lnTo>
                  <a:pt x="457073" y="459358"/>
                </a:lnTo>
                <a:lnTo>
                  <a:pt x="502792" y="478662"/>
                </a:lnTo>
                <a:lnTo>
                  <a:pt x="550290" y="496950"/>
                </a:lnTo>
                <a:lnTo>
                  <a:pt x="599566" y="514095"/>
                </a:lnTo>
                <a:lnTo>
                  <a:pt x="650494" y="530097"/>
                </a:lnTo>
                <a:lnTo>
                  <a:pt x="703199" y="544956"/>
                </a:lnTo>
                <a:lnTo>
                  <a:pt x="757427" y="558418"/>
                </a:lnTo>
                <a:lnTo>
                  <a:pt x="813053" y="570737"/>
                </a:lnTo>
                <a:lnTo>
                  <a:pt x="870076" y="581786"/>
                </a:lnTo>
                <a:lnTo>
                  <a:pt x="928497" y="591438"/>
                </a:lnTo>
                <a:lnTo>
                  <a:pt x="988060" y="599693"/>
                </a:lnTo>
                <a:lnTo>
                  <a:pt x="1048892" y="606551"/>
                </a:lnTo>
                <a:lnTo>
                  <a:pt x="1110741" y="611885"/>
                </a:lnTo>
                <a:lnTo>
                  <a:pt x="1173479" y="615822"/>
                </a:lnTo>
                <a:lnTo>
                  <a:pt x="1237361" y="618235"/>
                </a:lnTo>
                <a:lnTo>
                  <a:pt x="1301750" y="618997"/>
                </a:lnTo>
                <a:lnTo>
                  <a:pt x="1302003" y="606297"/>
                </a:lnTo>
                <a:lnTo>
                  <a:pt x="1237488" y="605535"/>
                </a:lnTo>
                <a:lnTo>
                  <a:pt x="1173988" y="603122"/>
                </a:lnTo>
                <a:lnTo>
                  <a:pt x="1111503" y="599312"/>
                </a:lnTo>
                <a:lnTo>
                  <a:pt x="1050036" y="593851"/>
                </a:lnTo>
                <a:lnTo>
                  <a:pt x="989457" y="587120"/>
                </a:lnTo>
                <a:lnTo>
                  <a:pt x="930275" y="578865"/>
                </a:lnTo>
                <a:lnTo>
                  <a:pt x="872236" y="569213"/>
                </a:lnTo>
                <a:lnTo>
                  <a:pt x="815466" y="558291"/>
                </a:lnTo>
                <a:lnTo>
                  <a:pt x="760095" y="546099"/>
                </a:lnTo>
                <a:lnTo>
                  <a:pt x="706247" y="532637"/>
                </a:lnTo>
                <a:lnTo>
                  <a:pt x="654050" y="517905"/>
                </a:lnTo>
                <a:lnTo>
                  <a:pt x="603376" y="502030"/>
                </a:lnTo>
                <a:lnTo>
                  <a:pt x="554482" y="484885"/>
                </a:lnTo>
                <a:lnTo>
                  <a:pt x="507238" y="466851"/>
                </a:lnTo>
                <a:lnTo>
                  <a:pt x="462025" y="447674"/>
                </a:lnTo>
                <a:lnTo>
                  <a:pt x="418719" y="427481"/>
                </a:lnTo>
                <a:lnTo>
                  <a:pt x="377571" y="406272"/>
                </a:lnTo>
                <a:lnTo>
                  <a:pt x="338327" y="384175"/>
                </a:lnTo>
                <a:lnTo>
                  <a:pt x="301371" y="361188"/>
                </a:lnTo>
                <a:lnTo>
                  <a:pt x="266700" y="337311"/>
                </a:lnTo>
                <a:lnTo>
                  <a:pt x="234441" y="312673"/>
                </a:lnTo>
                <a:lnTo>
                  <a:pt x="204470" y="287273"/>
                </a:lnTo>
                <a:lnTo>
                  <a:pt x="164464" y="247776"/>
                </a:lnTo>
                <a:lnTo>
                  <a:pt x="130175" y="206755"/>
                </a:lnTo>
                <a:lnTo>
                  <a:pt x="102108" y="164464"/>
                </a:lnTo>
                <a:lnTo>
                  <a:pt x="80390" y="120903"/>
                </a:lnTo>
                <a:lnTo>
                  <a:pt x="65277" y="76200"/>
                </a:lnTo>
                <a:lnTo>
                  <a:pt x="58025" y="38250"/>
                </a:lnTo>
                <a:lnTo>
                  <a:pt x="49828" y="25108"/>
                </a:lnTo>
                <a:close/>
              </a:path>
              <a:path w="1302385" h="619125">
                <a:moveTo>
                  <a:pt x="49022" y="0"/>
                </a:moveTo>
                <a:lnTo>
                  <a:pt x="1777" y="86994"/>
                </a:lnTo>
                <a:lnTo>
                  <a:pt x="0" y="90169"/>
                </a:lnTo>
                <a:lnTo>
                  <a:pt x="1142" y="93979"/>
                </a:lnTo>
                <a:lnTo>
                  <a:pt x="4317" y="95630"/>
                </a:lnTo>
                <a:lnTo>
                  <a:pt x="7365" y="97281"/>
                </a:lnTo>
                <a:lnTo>
                  <a:pt x="11175" y="96138"/>
                </a:lnTo>
                <a:lnTo>
                  <a:pt x="44720" y="34495"/>
                </a:lnTo>
                <a:lnTo>
                  <a:pt x="44450" y="32384"/>
                </a:lnTo>
                <a:lnTo>
                  <a:pt x="43179" y="16255"/>
                </a:lnTo>
                <a:lnTo>
                  <a:pt x="43052" y="12700"/>
                </a:lnTo>
                <a:lnTo>
                  <a:pt x="55752" y="12318"/>
                </a:lnTo>
                <a:lnTo>
                  <a:pt x="56726" y="12318"/>
                </a:lnTo>
                <a:lnTo>
                  <a:pt x="49022" y="0"/>
                </a:lnTo>
                <a:close/>
              </a:path>
              <a:path w="1302385" h="619125">
                <a:moveTo>
                  <a:pt x="56726" y="12318"/>
                </a:moveTo>
                <a:lnTo>
                  <a:pt x="55752" y="12318"/>
                </a:lnTo>
                <a:lnTo>
                  <a:pt x="55879" y="15366"/>
                </a:lnTo>
                <a:lnTo>
                  <a:pt x="57023" y="30733"/>
                </a:lnTo>
                <a:lnTo>
                  <a:pt x="58025" y="38250"/>
                </a:lnTo>
                <a:lnTo>
                  <a:pt x="90882" y="90931"/>
                </a:lnTo>
                <a:lnTo>
                  <a:pt x="92583" y="93725"/>
                </a:lnTo>
                <a:lnTo>
                  <a:pt x="96520" y="94614"/>
                </a:lnTo>
                <a:lnTo>
                  <a:pt x="99567" y="92836"/>
                </a:lnTo>
                <a:lnTo>
                  <a:pt x="102488" y="90931"/>
                </a:lnTo>
                <a:lnTo>
                  <a:pt x="103377" y="86994"/>
                </a:lnTo>
                <a:lnTo>
                  <a:pt x="101600" y="84073"/>
                </a:lnTo>
                <a:lnTo>
                  <a:pt x="56726" y="12318"/>
                </a:lnTo>
                <a:close/>
              </a:path>
              <a:path w="1302385" h="619125">
                <a:moveTo>
                  <a:pt x="55898" y="15620"/>
                </a:moveTo>
                <a:lnTo>
                  <a:pt x="54990" y="15620"/>
                </a:lnTo>
                <a:lnTo>
                  <a:pt x="49828" y="25108"/>
                </a:lnTo>
                <a:lnTo>
                  <a:pt x="58025" y="38250"/>
                </a:lnTo>
                <a:lnTo>
                  <a:pt x="57023" y="30733"/>
                </a:lnTo>
                <a:lnTo>
                  <a:pt x="55898" y="15620"/>
                </a:lnTo>
                <a:close/>
              </a:path>
              <a:path w="1302385" h="619125">
                <a:moveTo>
                  <a:pt x="55752" y="12318"/>
                </a:moveTo>
                <a:lnTo>
                  <a:pt x="43052" y="12700"/>
                </a:lnTo>
                <a:lnTo>
                  <a:pt x="43179" y="16255"/>
                </a:lnTo>
                <a:lnTo>
                  <a:pt x="44450" y="32384"/>
                </a:lnTo>
                <a:lnTo>
                  <a:pt x="44720" y="34495"/>
                </a:lnTo>
                <a:lnTo>
                  <a:pt x="49828" y="25108"/>
                </a:lnTo>
                <a:lnTo>
                  <a:pt x="44069" y="15875"/>
                </a:lnTo>
                <a:lnTo>
                  <a:pt x="54990" y="15620"/>
                </a:lnTo>
                <a:lnTo>
                  <a:pt x="55898" y="15620"/>
                </a:lnTo>
                <a:lnTo>
                  <a:pt x="55752" y="12318"/>
                </a:lnTo>
                <a:close/>
              </a:path>
              <a:path w="1302385" h="619125">
                <a:moveTo>
                  <a:pt x="54990" y="15620"/>
                </a:moveTo>
                <a:lnTo>
                  <a:pt x="44069" y="15875"/>
                </a:lnTo>
                <a:lnTo>
                  <a:pt x="49828" y="25108"/>
                </a:lnTo>
                <a:lnTo>
                  <a:pt x="54990" y="1562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14546" y="4142232"/>
            <a:ext cx="1302385" cy="619125"/>
          </a:xfrm>
          <a:custGeom>
            <a:avLst/>
            <a:gdLst/>
            <a:ahLst/>
            <a:cxnLst/>
            <a:rect l="l" t="t" r="r" b="b"/>
            <a:pathLst>
              <a:path w="1302385" h="619125">
                <a:moveTo>
                  <a:pt x="49828" y="25108"/>
                </a:moveTo>
                <a:lnTo>
                  <a:pt x="44720" y="34495"/>
                </a:lnTo>
                <a:lnTo>
                  <a:pt x="46481" y="48260"/>
                </a:lnTo>
                <a:lnTo>
                  <a:pt x="49402" y="64008"/>
                </a:lnTo>
                <a:lnTo>
                  <a:pt x="62737" y="110744"/>
                </a:lnTo>
                <a:lnTo>
                  <a:pt x="83057" y="156083"/>
                </a:lnTo>
                <a:lnTo>
                  <a:pt x="109854" y="200152"/>
                </a:lnTo>
                <a:lnTo>
                  <a:pt x="142875" y="242697"/>
                </a:lnTo>
                <a:lnTo>
                  <a:pt x="181863" y="283591"/>
                </a:lnTo>
                <a:lnTo>
                  <a:pt x="211074" y="309880"/>
                </a:lnTo>
                <a:lnTo>
                  <a:pt x="242697" y="335280"/>
                </a:lnTo>
                <a:lnTo>
                  <a:pt x="276732" y="359918"/>
                </a:lnTo>
                <a:lnTo>
                  <a:pt x="332104" y="395351"/>
                </a:lnTo>
                <a:lnTo>
                  <a:pt x="371728" y="417576"/>
                </a:lnTo>
                <a:lnTo>
                  <a:pt x="413385" y="438912"/>
                </a:lnTo>
                <a:lnTo>
                  <a:pt x="457073" y="459359"/>
                </a:lnTo>
                <a:lnTo>
                  <a:pt x="502792" y="478663"/>
                </a:lnTo>
                <a:lnTo>
                  <a:pt x="550290" y="496951"/>
                </a:lnTo>
                <a:lnTo>
                  <a:pt x="599566" y="514096"/>
                </a:lnTo>
                <a:lnTo>
                  <a:pt x="650493" y="530098"/>
                </a:lnTo>
                <a:lnTo>
                  <a:pt x="703199" y="544957"/>
                </a:lnTo>
                <a:lnTo>
                  <a:pt x="757427" y="558419"/>
                </a:lnTo>
                <a:lnTo>
                  <a:pt x="813053" y="570738"/>
                </a:lnTo>
                <a:lnTo>
                  <a:pt x="870076" y="581787"/>
                </a:lnTo>
                <a:lnTo>
                  <a:pt x="928497" y="591439"/>
                </a:lnTo>
                <a:lnTo>
                  <a:pt x="988060" y="599694"/>
                </a:lnTo>
                <a:lnTo>
                  <a:pt x="1048892" y="606552"/>
                </a:lnTo>
                <a:lnTo>
                  <a:pt x="1110741" y="611886"/>
                </a:lnTo>
                <a:lnTo>
                  <a:pt x="1173479" y="615823"/>
                </a:lnTo>
                <a:lnTo>
                  <a:pt x="1237361" y="618236"/>
                </a:lnTo>
                <a:lnTo>
                  <a:pt x="1301750" y="618998"/>
                </a:lnTo>
                <a:lnTo>
                  <a:pt x="1302003" y="606298"/>
                </a:lnTo>
                <a:lnTo>
                  <a:pt x="1237488" y="605536"/>
                </a:lnTo>
                <a:lnTo>
                  <a:pt x="1173988" y="603123"/>
                </a:lnTo>
                <a:lnTo>
                  <a:pt x="1111503" y="599313"/>
                </a:lnTo>
                <a:lnTo>
                  <a:pt x="1050036" y="593852"/>
                </a:lnTo>
                <a:lnTo>
                  <a:pt x="989456" y="587121"/>
                </a:lnTo>
                <a:lnTo>
                  <a:pt x="930275" y="578866"/>
                </a:lnTo>
                <a:lnTo>
                  <a:pt x="872236" y="569214"/>
                </a:lnTo>
                <a:lnTo>
                  <a:pt x="815466" y="558292"/>
                </a:lnTo>
                <a:lnTo>
                  <a:pt x="760094" y="546100"/>
                </a:lnTo>
                <a:lnTo>
                  <a:pt x="706247" y="532511"/>
                </a:lnTo>
                <a:lnTo>
                  <a:pt x="654050" y="517906"/>
                </a:lnTo>
                <a:lnTo>
                  <a:pt x="603376" y="502031"/>
                </a:lnTo>
                <a:lnTo>
                  <a:pt x="554481" y="484886"/>
                </a:lnTo>
                <a:lnTo>
                  <a:pt x="507238" y="466852"/>
                </a:lnTo>
                <a:lnTo>
                  <a:pt x="462025" y="447675"/>
                </a:lnTo>
                <a:lnTo>
                  <a:pt x="418718" y="427482"/>
                </a:lnTo>
                <a:lnTo>
                  <a:pt x="377570" y="406273"/>
                </a:lnTo>
                <a:lnTo>
                  <a:pt x="338327" y="384175"/>
                </a:lnTo>
                <a:lnTo>
                  <a:pt x="301370" y="361188"/>
                </a:lnTo>
                <a:lnTo>
                  <a:pt x="266700" y="337312"/>
                </a:lnTo>
                <a:lnTo>
                  <a:pt x="234441" y="312674"/>
                </a:lnTo>
                <a:lnTo>
                  <a:pt x="204469" y="287274"/>
                </a:lnTo>
                <a:lnTo>
                  <a:pt x="164464" y="247777"/>
                </a:lnTo>
                <a:lnTo>
                  <a:pt x="130175" y="206756"/>
                </a:lnTo>
                <a:lnTo>
                  <a:pt x="102107" y="164465"/>
                </a:lnTo>
                <a:lnTo>
                  <a:pt x="80390" y="120904"/>
                </a:lnTo>
                <a:lnTo>
                  <a:pt x="65277" y="76200"/>
                </a:lnTo>
                <a:lnTo>
                  <a:pt x="58025" y="38250"/>
                </a:lnTo>
                <a:lnTo>
                  <a:pt x="49828" y="25108"/>
                </a:lnTo>
                <a:close/>
              </a:path>
              <a:path w="1302385" h="619125">
                <a:moveTo>
                  <a:pt x="49022" y="0"/>
                </a:moveTo>
                <a:lnTo>
                  <a:pt x="1777" y="86995"/>
                </a:lnTo>
                <a:lnTo>
                  <a:pt x="0" y="90170"/>
                </a:lnTo>
                <a:lnTo>
                  <a:pt x="1142" y="93980"/>
                </a:lnTo>
                <a:lnTo>
                  <a:pt x="4317" y="95631"/>
                </a:lnTo>
                <a:lnTo>
                  <a:pt x="7365" y="97282"/>
                </a:lnTo>
                <a:lnTo>
                  <a:pt x="11175" y="96139"/>
                </a:lnTo>
                <a:lnTo>
                  <a:pt x="44720" y="34495"/>
                </a:lnTo>
                <a:lnTo>
                  <a:pt x="44450" y="32385"/>
                </a:lnTo>
                <a:lnTo>
                  <a:pt x="43179" y="16256"/>
                </a:lnTo>
                <a:lnTo>
                  <a:pt x="43052" y="12700"/>
                </a:lnTo>
                <a:lnTo>
                  <a:pt x="55752" y="12319"/>
                </a:lnTo>
                <a:lnTo>
                  <a:pt x="56726" y="12319"/>
                </a:lnTo>
                <a:lnTo>
                  <a:pt x="49022" y="0"/>
                </a:lnTo>
                <a:close/>
              </a:path>
              <a:path w="1302385" h="619125">
                <a:moveTo>
                  <a:pt x="56726" y="12319"/>
                </a:moveTo>
                <a:lnTo>
                  <a:pt x="55752" y="12319"/>
                </a:lnTo>
                <a:lnTo>
                  <a:pt x="55879" y="15367"/>
                </a:lnTo>
                <a:lnTo>
                  <a:pt x="57023" y="30734"/>
                </a:lnTo>
                <a:lnTo>
                  <a:pt x="58025" y="38250"/>
                </a:lnTo>
                <a:lnTo>
                  <a:pt x="90882" y="90932"/>
                </a:lnTo>
                <a:lnTo>
                  <a:pt x="92582" y="93726"/>
                </a:lnTo>
                <a:lnTo>
                  <a:pt x="96519" y="94615"/>
                </a:lnTo>
                <a:lnTo>
                  <a:pt x="99567" y="92837"/>
                </a:lnTo>
                <a:lnTo>
                  <a:pt x="102488" y="90932"/>
                </a:lnTo>
                <a:lnTo>
                  <a:pt x="103377" y="86995"/>
                </a:lnTo>
                <a:lnTo>
                  <a:pt x="101600" y="84074"/>
                </a:lnTo>
                <a:lnTo>
                  <a:pt x="56726" y="12319"/>
                </a:lnTo>
                <a:close/>
              </a:path>
              <a:path w="1302385" h="619125">
                <a:moveTo>
                  <a:pt x="55898" y="15621"/>
                </a:moveTo>
                <a:lnTo>
                  <a:pt x="54990" y="15621"/>
                </a:lnTo>
                <a:lnTo>
                  <a:pt x="49828" y="25108"/>
                </a:lnTo>
                <a:lnTo>
                  <a:pt x="58025" y="38250"/>
                </a:lnTo>
                <a:lnTo>
                  <a:pt x="57023" y="30734"/>
                </a:lnTo>
                <a:lnTo>
                  <a:pt x="55898" y="15621"/>
                </a:lnTo>
                <a:close/>
              </a:path>
              <a:path w="1302385" h="619125">
                <a:moveTo>
                  <a:pt x="55752" y="12319"/>
                </a:moveTo>
                <a:lnTo>
                  <a:pt x="43052" y="12700"/>
                </a:lnTo>
                <a:lnTo>
                  <a:pt x="43179" y="16256"/>
                </a:lnTo>
                <a:lnTo>
                  <a:pt x="44450" y="32385"/>
                </a:lnTo>
                <a:lnTo>
                  <a:pt x="44720" y="34495"/>
                </a:lnTo>
                <a:lnTo>
                  <a:pt x="49828" y="25108"/>
                </a:lnTo>
                <a:lnTo>
                  <a:pt x="44068" y="15875"/>
                </a:lnTo>
                <a:lnTo>
                  <a:pt x="54990" y="15621"/>
                </a:lnTo>
                <a:lnTo>
                  <a:pt x="55898" y="15621"/>
                </a:lnTo>
                <a:lnTo>
                  <a:pt x="55752" y="12319"/>
                </a:lnTo>
                <a:close/>
              </a:path>
              <a:path w="1302385" h="619125">
                <a:moveTo>
                  <a:pt x="54990" y="15621"/>
                </a:moveTo>
                <a:lnTo>
                  <a:pt x="44068" y="15875"/>
                </a:lnTo>
                <a:lnTo>
                  <a:pt x="49828" y="25108"/>
                </a:lnTo>
                <a:lnTo>
                  <a:pt x="54990" y="1562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60929" y="3442715"/>
            <a:ext cx="1124585" cy="619125"/>
          </a:xfrm>
          <a:custGeom>
            <a:avLst/>
            <a:gdLst/>
            <a:ahLst/>
            <a:cxnLst/>
            <a:rect l="l" t="t" r="r" b="b"/>
            <a:pathLst>
              <a:path w="1124585" h="619125">
                <a:moveTo>
                  <a:pt x="50448" y="25118"/>
                </a:moveTo>
                <a:lnTo>
                  <a:pt x="45314" y="34310"/>
                </a:lnTo>
                <a:lnTo>
                  <a:pt x="46862" y="48133"/>
                </a:lnTo>
                <a:lnTo>
                  <a:pt x="49275" y="63754"/>
                </a:lnTo>
                <a:lnTo>
                  <a:pt x="60832" y="110489"/>
                </a:lnTo>
                <a:lnTo>
                  <a:pt x="78105" y="155829"/>
                </a:lnTo>
                <a:lnTo>
                  <a:pt x="101092" y="199771"/>
                </a:lnTo>
                <a:lnTo>
                  <a:pt x="129412" y="242443"/>
                </a:lnTo>
                <a:lnTo>
                  <a:pt x="175259" y="296545"/>
                </a:lnTo>
                <a:lnTo>
                  <a:pt x="229615" y="347472"/>
                </a:lnTo>
                <a:lnTo>
                  <a:pt x="259714" y="371729"/>
                </a:lnTo>
                <a:lnTo>
                  <a:pt x="291972" y="395097"/>
                </a:lnTo>
                <a:lnTo>
                  <a:pt x="326008" y="417449"/>
                </a:lnTo>
                <a:lnTo>
                  <a:pt x="361695" y="438785"/>
                </a:lnTo>
                <a:lnTo>
                  <a:pt x="399288" y="459232"/>
                </a:lnTo>
                <a:lnTo>
                  <a:pt x="438403" y="478536"/>
                </a:lnTo>
                <a:lnTo>
                  <a:pt x="479170" y="496824"/>
                </a:lnTo>
                <a:lnTo>
                  <a:pt x="521588" y="513969"/>
                </a:lnTo>
                <a:lnTo>
                  <a:pt x="565403" y="529971"/>
                </a:lnTo>
                <a:lnTo>
                  <a:pt x="610615" y="544830"/>
                </a:lnTo>
                <a:lnTo>
                  <a:pt x="657097" y="558419"/>
                </a:lnTo>
                <a:lnTo>
                  <a:pt x="704976" y="570738"/>
                </a:lnTo>
                <a:lnTo>
                  <a:pt x="753871" y="581787"/>
                </a:lnTo>
                <a:lnTo>
                  <a:pt x="803909" y="591439"/>
                </a:lnTo>
                <a:lnTo>
                  <a:pt x="855090" y="599694"/>
                </a:lnTo>
                <a:lnTo>
                  <a:pt x="907287" y="606425"/>
                </a:lnTo>
                <a:lnTo>
                  <a:pt x="960373" y="611886"/>
                </a:lnTo>
                <a:lnTo>
                  <a:pt x="1014348" y="615823"/>
                </a:lnTo>
                <a:lnTo>
                  <a:pt x="1069085" y="618236"/>
                </a:lnTo>
                <a:lnTo>
                  <a:pt x="1124331" y="618998"/>
                </a:lnTo>
                <a:lnTo>
                  <a:pt x="1124584" y="606298"/>
                </a:lnTo>
                <a:lnTo>
                  <a:pt x="1069340" y="605536"/>
                </a:lnTo>
                <a:lnTo>
                  <a:pt x="1014857" y="603123"/>
                </a:lnTo>
                <a:lnTo>
                  <a:pt x="961262" y="599313"/>
                </a:lnTo>
                <a:lnTo>
                  <a:pt x="908557" y="593852"/>
                </a:lnTo>
                <a:lnTo>
                  <a:pt x="856742" y="587121"/>
                </a:lnTo>
                <a:lnTo>
                  <a:pt x="806069" y="578866"/>
                </a:lnTo>
                <a:lnTo>
                  <a:pt x="756284" y="569214"/>
                </a:lnTo>
                <a:lnTo>
                  <a:pt x="707644" y="558292"/>
                </a:lnTo>
                <a:lnTo>
                  <a:pt x="660272" y="546100"/>
                </a:lnTo>
                <a:lnTo>
                  <a:pt x="614171" y="532638"/>
                </a:lnTo>
                <a:lnTo>
                  <a:pt x="569340" y="517906"/>
                </a:lnTo>
                <a:lnTo>
                  <a:pt x="526033" y="502158"/>
                </a:lnTo>
                <a:lnTo>
                  <a:pt x="483996" y="485013"/>
                </a:lnTo>
                <a:lnTo>
                  <a:pt x="443611" y="466979"/>
                </a:lnTo>
                <a:lnTo>
                  <a:pt x="404875" y="447802"/>
                </a:lnTo>
                <a:lnTo>
                  <a:pt x="367792" y="427609"/>
                </a:lnTo>
                <a:lnTo>
                  <a:pt x="332486" y="406527"/>
                </a:lnTo>
                <a:lnTo>
                  <a:pt x="298831" y="384429"/>
                </a:lnTo>
                <a:lnTo>
                  <a:pt x="267207" y="361442"/>
                </a:lnTo>
                <a:lnTo>
                  <a:pt x="209803" y="312928"/>
                </a:lnTo>
                <a:lnTo>
                  <a:pt x="160655" y="261366"/>
                </a:lnTo>
                <a:lnTo>
                  <a:pt x="129667" y="220980"/>
                </a:lnTo>
                <a:lnTo>
                  <a:pt x="103886" y="179070"/>
                </a:lnTo>
                <a:lnTo>
                  <a:pt x="83438" y="135889"/>
                </a:lnTo>
                <a:lnTo>
                  <a:pt x="68580" y="91439"/>
                </a:lnTo>
                <a:lnTo>
                  <a:pt x="59436" y="46228"/>
                </a:lnTo>
                <a:lnTo>
                  <a:pt x="58541" y="38433"/>
                </a:lnTo>
                <a:lnTo>
                  <a:pt x="50448" y="25118"/>
                </a:lnTo>
                <a:close/>
              </a:path>
              <a:path w="1124585" h="619125">
                <a:moveTo>
                  <a:pt x="50037" y="0"/>
                </a:moveTo>
                <a:lnTo>
                  <a:pt x="1650" y="86487"/>
                </a:lnTo>
                <a:lnTo>
                  <a:pt x="0" y="89535"/>
                </a:lnTo>
                <a:lnTo>
                  <a:pt x="1015" y="93345"/>
                </a:lnTo>
                <a:lnTo>
                  <a:pt x="4063" y="95123"/>
                </a:lnTo>
                <a:lnTo>
                  <a:pt x="7112" y="96774"/>
                </a:lnTo>
                <a:lnTo>
                  <a:pt x="11049" y="95758"/>
                </a:lnTo>
                <a:lnTo>
                  <a:pt x="13409" y="91439"/>
                </a:lnTo>
                <a:lnTo>
                  <a:pt x="45314" y="34310"/>
                </a:lnTo>
                <a:lnTo>
                  <a:pt x="45084" y="32258"/>
                </a:lnTo>
                <a:lnTo>
                  <a:pt x="43942" y="16256"/>
                </a:lnTo>
                <a:lnTo>
                  <a:pt x="43942" y="12700"/>
                </a:lnTo>
                <a:lnTo>
                  <a:pt x="56642" y="12446"/>
                </a:lnTo>
                <a:lnTo>
                  <a:pt x="57595" y="12446"/>
                </a:lnTo>
                <a:lnTo>
                  <a:pt x="50037" y="0"/>
                </a:lnTo>
                <a:close/>
              </a:path>
              <a:path w="1124585" h="619125">
                <a:moveTo>
                  <a:pt x="57595" y="12446"/>
                </a:moveTo>
                <a:lnTo>
                  <a:pt x="56642" y="12446"/>
                </a:lnTo>
                <a:lnTo>
                  <a:pt x="56700" y="16256"/>
                </a:lnTo>
                <a:lnTo>
                  <a:pt x="57657" y="30734"/>
                </a:lnTo>
                <a:lnTo>
                  <a:pt x="58541" y="38433"/>
                </a:lnTo>
                <a:lnTo>
                  <a:pt x="92456" y="94234"/>
                </a:lnTo>
                <a:lnTo>
                  <a:pt x="96393" y="95250"/>
                </a:lnTo>
                <a:lnTo>
                  <a:pt x="99440" y="93345"/>
                </a:lnTo>
                <a:lnTo>
                  <a:pt x="102362" y="91567"/>
                </a:lnTo>
                <a:lnTo>
                  <a:pt x="103377" y="87630"/>
                </a:lnTo>
                <a:lnTo>
                  <a:pt x="101472" y="84709"/>
                </a:lnTo>
                <a:lnTo>
                  <a:pt x="57595" y="12446"/>
                </a:lnTo>
                <a:close/>
              </a:path>
              <a:path w="1124585" h="619125">
                <a:moveTo>
                  <a:pt x="56658" y="15621"/>
                </a:moveTo>
                <a:lnTo>
                  <a:pt x="55752" y="15621"/>
                </a:lnTo>
                <a:lnTo>
                  <a:pt x="50448" y="25118"/>
                </a:lnTo>
                <a:lnTo>
                  <a:pt x="58541" y="38433"/>
                </a:lnTo>
                <a:lnTo>
                  <a:pt x="57657" y="30734"/>
                </a:lnTo>
                <a:lnTo>
                  <a:pt x="56658" y="15621"/>
                </a:lnTo>
                <a:close/>
              </a:path>
              <a:path w="1124585" h="619125">
                <a:moveTo>
                  <a:pt x="56642" y="12446"/>
                </a:moveTo>
                <a:lnTo>
                  <a:pt x="43942" y="12700"/>
                </a:lnTo>
                <a:lnTo>
                  <a:pt x="43942" y="16256"/>
                </a:lnTo>
                <a:lnTo>
                  <a:pt x="45084" y="32258"/>
                </a:lnTo>
                <a:lnTo>
                  <a:pt x="45314" y="34310"/>
                </a:lnTo>
                <a:lnTo>
                  <a:pt x="50448" y="25118"/>
                </a:lnTo>
                <a:lnTo>
                  <a:pt x="44831" y="15875"/>
                </a:lnTo>
                <a:lnTo>
                  <a:pt x="55752" y="15621"/>
                </a:lnTo>
                <a:lnTo>
                  <a:pt x="56658" y="15621"/>
                </a:lnTo>
                <a:lnTo>
                  <a:pt x="56642" y="12446"/>
                </a:lnTo>
                <a:close/>
              </a:path>
              <a:path w="1124585" h="619125">
                <a:moveTo>
                  <a:pt x="55752" y="15621"/>
                </a:moveTo>
                <a:lnTo>
                  <a:pt x="44831" y="15875"/>
                </a:lnTo>
                <a:lnTo>
                  <a:pt x="50448" y="25118"/>
                </a:lnTo>
                <a:lnTo>
                  <a:pt x="55752" y="1562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86510" y="2654807"/>
            <a:ext cx="1124585" cy="619125"/>
          </a:xfrm>
          <a:custGeom>
            <a:avLst/>
            <a:gdLst/>
            <a:ahLst/>
            <a:cxnLst/>
            <a:rect l="l" t="t" r="r" b="b"/>
            <a:pathLst>
              <a:path w="1124585" h="619125">
                <a:moveTo>
                  <a:pt x="50448" y="25118"/>
                </a:moveTo>
                <a:lnTo>
                  <a:pt x="45314" y="34310"/>
                </a:lnTo>
                <a:lnTo>
                  <a:pt x="46862" y="48132"/>
                </a:lnTo>
                <a:lnTo>
                  <a:pt x="49276" y="63753"/>
                </a:lnTo>
                <a:lnTo>
                  <a:pt x="60833" y="110489"/>
                </a:lnTo>
                <a:lnTo>
                  <a:pt x="78105" y="155828"/>
                </a:lnTo>
                <a:lnTo>
                  <a:pt x="101092" y="199770"/>
                </a:lnTo>
                <a:lnTo>
                  <a:pt x="129412" y="242442"/>
                </a:lnTo>
                <a:lnTo>
                  <a:pt x="175259" y="296544"/>
                </a:lnTo>
                <a:lnTo>
                  <a:pt x="229615" y="347471"/>
                </a:lnTo>
                <a:lnTo>
                  <a:pt x="259715" y="371728"/>
                </a:lnTo>
                <a:lnTo>
                  <a:pt x="291973" y="395096"/>
                </a:lnTo>
                <a:lnTo>
                  <a:pt x="326009" y="417449"/>
                </a:lnTo>
                <a:lnTo>
                  <a:pt x="361696" y="438784"/>
                </a:lnTo>
                <a:lnTo>
                  <a:pt x="399288" y="459231"/>
                </a:lnTo>
                <a:lnTo>
                  <a:pt x="438403" y="478536"/>
                </a:lnTo>
                <a:lnTo>
                  <a:pt x="479171" y="496824"/>
                </a:lnTo>
                <a:lnTo>
                  <a:pt x="521589" y="513968"/>
                </a:lnTo>
                <a:lnTo>
                  <a:pt x="565404" y="529970"/>
                </a:lnTo>
                <a:lnTo>
                  <a:pt x="610616" y="544829"/>
                </a:lnTo>
                <a:lnTo>
                  <a:pt x="657097" y="558418"/>
                </a:lnTo>
                <a:lnTo>
                  <a:pt x="704977" y="570738"/>
                </a:lnTo>
                <a:lnTo>
                  <a:pt x="753872" y="581787"/>
                </a:lnTo>
                <a:lnTo>
                  <a:pt x="803910" y="591438"/>
                </a:lnTo>
                <a:lnTo>
                  <a:pt x="855091" y="599693"/>
                </a:lnTo>
                <a:lnTo>
                  <a:pt x="907288" y="606425"/>
                </a:lnTo>
                <a:lnTo>
                  <a:pt x="960373" y="611886"/>
                </a:lnTo>
                <a:lnTo>
                  <a:pt x="1014348" y="615822"/>
                </a:lnTo>
                <a:lnTo>
                  <a:pt x="1069086" y="618236"/>
                </a:lnTo>
                <a:lnTo>
                  <a:pt x="1124331" y="618997"/>
                </a:lnTo>
                <a:lnTo>
                  <a:pt x="1124585" y="606297"/>
                </a:lnTo>
                <a:lnTo>
                  <a:pt x="1069340" y="605536"/>
                </a:lnTo>
                <a:lnTo>
                  <a:pt x="1014857" y="603122"/>
                </a:lnTo>
                <a:lnTo>
                  <a:pt x="961263" y="599313"/>
                </a:lnTo>
                <a:lnTo>
                  <a:pt x="908558" y="593851"/>
                </a:lnTo>
                <a:lnTo>
                  <a:pt x="856741" y="587120"/>
                </a:lnTo>
                <a:lnTo>
                  <a:pt x="806069" y="578865"/>
                </a:lnTo>
                <a:lnTo>
                  <a:pt x="756285" y="569213"/>
                </a:lnTo>
                <a:lnTo>
                  <a:pt x="707644" y="558291"/>
                </a:lnTo>
                <a:lnTo>
                  <a:pt x="660272" y="546100"/>
                </a:lnTo>
                <a:lnTo>
                  <a:pt x="614172" y="532638"/>
                </a:lnTo>
                <a:lnTo>
                  <a:pt x="569341" y="517905"/>
                </a:lnTo>
                <a:lnTo>
                  <a:pt x="526034" y="502157"/>
                </a:lnTo>
                <a:lnTo>
                  <a:pt x="483997" y="485013"/>
                </a:lnTo>
                <a:lnTo>
                  <a:pt x="443610" y="466978"/>
                </a:lnTo>
                <a:lnTo>
                  <a:pt x="404876" y="447801"/>
                </a:lnTo>
                <a:lnTo>
                  <a:pt x="367791" y="427608"/>
                </a:lnTo>
                <a:lnTo>
                  <a:pt x="332486" y="406526"/>
                </a:lnTo>
                <a:lnTo>
                  <a:pt x="298831" y="384428"/>
                </a:lnTo>
                <a:lnTo>
                  <a:pt x="267208" y="361441"/>
                </a:lnTo>
                <a:lnTo>
                  <a:pt x="209803" y="312927"/>
                </a:lnTo>
                <a:lnTo>
                  <a:pt x="160655" y="261365"/>
                </a:lnTo>
                <a:lnTo>
                  <a:pt x="129667" y="220979"/>
                </a:lnTo>
                <a:lnTo>
                  <a:pt x="103886" y="179069"/>
                </a:lnTo>
                <a:lnTo>
                  <a:pt x="83439" y="135889"/>
                </a:lnTo>
                <a:lnTo>
                  <a:pt x="68580" y="91439"/>
                </a:lnTo>
                <a:lnTo>
                  <a:pt x="59436" y="46227"/>
                </a:lnTo>
                <a:lnTo>
                  <a:pt x="58541" y="38433"/>
                </a:lnTo>
                <a:lnTo>
                  <a:pt x="50448" y="25118"/>
                </a:lnTo>
                <a:close/>
              </a:path>
              <a:path w="1124585" h="619125">
                <a:moveTo>
                  <a:pt x="50037" y="0"/>
                </a:moveTo>
                <a:lnTo>
                  <a:pt x="1651" y="86487"/>
                </a:lnTo>
                <a:lnTo>
                  <a:pt x="0" y="89534"/>
                </a:lnTo>
                <a:lnTo>
                  <a:pt x="1015" y="93344"/>
                </a:lnTo>
                <a:lnTo>
                  <a:pt x="4064" y="95122"/>
                </a:lnTo>
                <a:lnTo>
                  <a:pt x="7112" y="96774"/>
                </a:lnTo>
                <a:lnTo>
                  <a:pt x="11049" y="95757"/>
                </a:lnTo>
                <a:lnTo>
                  <a:pt x="13409" y="91439"/>
                </a:lnTo>
                <a:lnTo>
                  <a:pt x="45314" y="34310"/>
                </a:lnTo>
                <a:lnTo>
                  <a:pt x="45084" y="32257"/>
                </a:lnTo>
                <a:lnTo>
                  <a:pt x="43942" y="16255"/>
                </a:lnTo>
                <a:lnTo>
                  <a:pt x="43942" y="12700"/>
                </a:lnTo>
                <a:lnTo>
                  <a:pt x="56642" y="12445"/>
                </a:lnTo>
                <a:lnTo>
                  <a:pt x="57595" y="12445"/>
                </a:lnTo>
                <a:lnTo>
                  <a:pt x="50037" y="0"/>
                </a:lnTo>
                <a:close/>
              </a:path>
              <a:path w="1124585" h="619125">
                <a:moveTo>
                  <a:pt x="57595" y="12445"/>
                </a:moveTo>
                <a:lnTo>
                  <a:pt x="56642" y="12445"/>
                </a:lnTo>
                <a:lnTo>
                  <a:pt x="56700" y="16255"/>
                </a:lnTo>
                <a:lnTo>
                  <a:pt x="57658" y="30733"/>
                </a:lnTo>
                <a:lnTo>
                  <a:pt x="58541" y="38433"/>
                </a:lnTo>
                <a:lnTo>
                  <a:pt x="92456" y="94233"/>
                </a:lnTo>
                <a:lnTo>
                  <a:pt x="96393" y="95250"/>
                </a:lnTo>
                <a:lnTo>
                  <a:pt x="99440" y="93344"/>
                </a:lnTo>
                <a:lnTo>
                  <a:pt x="102362" y="91566"/>
                </a:lnTo>
                <a:lnTo>
                  <a:pt x="103378" y="87629"/>
                </a:lnTo>
                <a:lnTo>
                  <a:pt x="101473" y="84708"/>
                </a:lnTo>
                <a:lnTo>
                  <a:pt x="57595" y="12445"/>
                </a:lnTo>
                <a:close/>
              </a:path>
              <a:path w="1124585" h="619125">
                <a:moveTo>
                  <a:pt x="56658" y="15620"/>
                </a:moveTo>
                <a:lnTo>
                  <a:pt x="55753" y="15620"/>
                </a:lnTo>
                <a:lnTo>
                  <a:pt x="50448" y="25118"/>
                </a:lnTo>
                <a:lnTo>
                  <a:pt x="58541" y="38433"/>
                </a:lnTo>
                <a:lnTo>
                  <a:pt x="57658" y="30733"/>
                </a:lnTo>
                <a:lnTo>
                  <a:pt x="56658" y="15620"/>
                </a:lnTo>
                <a:close/>
              </a:path>
              <a:path w="1124585" h="619125">
                <a:moveTo>
                  <a:pt x="56642" y="12445"/>
                </a:moveTo>
                <a:lnTo>
                  <a:pt x="43942" y="12700"/>
                </a:lnTo>
                <a:lnTo>
                  <a:pt x="43942" y="16255"/>
                </a:lnTo>
                <a:lnTo>
                  <a:pt x="45084" y="32257"/>
                </a:lnTo>
                <a:lnTo>
                  <a:pt x="45314" y="34310"/>
                </a:lnTo>
                <a:lnTo>
                  <a:pt x="50448" y="25118"/>
                </a:lnTo>
                <a:lnTo>
                  <a:pt x="44831" y="15875"/>
                </a:lnTo>
                <a:lnTo>
                  <a:pt x="55753" y="15620"/>
                </a:lnTo>
                <a:lnTo>
                  <a:pt x="56658" y="15620"/>
                </a:lnTo>
                <a:lnTo>
                  <a:pt x="56642" y="12445"/>
                </a:lnTo>
                <a:close/>
              </a:path>
              <a:path w="1124585" h="619125">
                <a:moveTo>
                  <a:pt x="55753" y="15620"/>
                </a:moveTo>
                <a:lnTo>
                  <a:pt x="44831" y="15875"/>
                </a:lnTo>
                <a:lnTo>
                  <a:pt x="50448" y="25118"/>
                </a:lnTo>
                <a:lnTo>
                  <a:pt x="55753" y="1562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63270" y="2136648"/>
            <a:ext cx="1781810" cy="387286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109220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860"/>
              </a:spcBef>
            </a:pPr>
            <a:r>
              <a:rPr i="1" spc="-5" dirty="0" smtClean="0">
                <a:latin typeface="Arial Narrow"/>
                <a:cs typeface="Arial Narrow"/>
              </a:rPr>
              <a:t>Planning</a:t>
            </a:r>
            <a:endParaRPr sz="2000" i="1" dirty="0">
              <a:latin typeface="Arial Narrow"/>
              <a:cs typeface="Arial Narro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462015" y="2098548"/>
            <a:ext cx="775335" cy="819150"/>
            <a:chOff x="5462015" y="2098548"/>
            <a:chExt cx="775335" cy="81915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2015" y="2098548"/>
              <a:ext cx="422910" cy="5143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4059" y="2403348"/>
              <a:ext cx="422910" cy="51435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702302" y="2126056"/>
            <a:ext cx="3967479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Times New Roman"/>
                <a:cs typeface="Times New Roman"/>
              </a:rPr>
              <a:t>Purpose</a:t>
            </a:r>
            <a:r>
              <a:rPr sz="1800" spc="-5" dirty="0">
                <a:latin typeface="Gill Sans MT"/>
                <a:cs typeface="Gill Sans MT"/>
              </a:rPr>
              <a:t>–</a:t>
            </a:r>
            <a:r>
              <a:rPr sz="2000" b="1" spc="-5" dirty="0">
                <a:latin typeface="Times New Roman"/>
                <a:cs typeface="Times New Roman"/>
              </a:rPr>
              <a:t>preliminary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understanding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Times New Roman"/>
                <a:cs typeface="Times New Roman"/>
              </a:rPr>
              <a:t>Deliverable</a:t>
            </a:r>
            <a:r>
              <a:rPr sz="1800" spc="-5" dirty="0">
                <a:latin typeface="Gill Sans MT"/>
                <a:cs typeface="Gill Sans MT"/>
              </a:rPr>
              <a:t>–</a:t>
            </a:r>
            <a:r>
              <a:rPr sz="2000" b="1" spc="-5" dirty="0">
                <a:latin typeface="Times New Roman"/>
                <a:cs typeface="Times New Roman"/>
              </a:rPr>
              <a:t>request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study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12948" y="5020055"/>
            <a:ext cx="422910" cy="51435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272921" y="5049773"/>
            <a:ext cx="266192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Database activity</a:t>
            </a:r>
            <a:r>
              <a:rPr sz="1800" dirty="0">
                <a:latin typeface="Gill Sans MT"/>
                <a:cs typeface="Gill Sans MT"/>
              </a:rPr>
              <a:t>– </a:t>
            </a:r>
            <a:r>
              <a:rPr sz="1800" spc="5" dirty="0">
                <a:latin typeface="Gill Sans MT"/>
                <a:cs typeface="Gill Sans MT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enterprise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modeling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early conceptual data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modeling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597408" y="1239088"/>
            <a:ext cx="109855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Gill Sans MT"/>
                <a:cs typeface="Gill Sans MT"/>
              </a:rPr>
              <a:t>SYSTEMS</a:t>
            </a:r>
            <a:r>
              <a:rPr spc="-3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DEVELOPMENT</a:t>
            </a:r>
            <a:r>
              <a:rPr spc="-1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LIFE</a:t>
            </a:r>
            <a:r>
              <a:rPr spc="-1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CYCLE</a:t>
            </a:r>
            <a:r>
              <a:rPr spc="-10" dirty="0">
                <a:latin typeface="Gill Sans MT"/>
                <a:cs typeface="Gill Sans MT"/>
              </a:rPr>
              <a:t> </a:t>
            </a:r>
            <a:r>
              <a:rPr spc="-60" dirty="0">
                <a:latin typeface="Gill Sans MT"/>
                <a:cs typeface="Gill Sans MT"/>
              </a:rPr>
              <a:t>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6344" y="600455"/>
            <a:ext cx="11116310" cy="1485265"/>
            <a:chOff x="466344" y="600455"/>
            <a:chExt cx="11116310" cy="1485265"/>
          </a:xfrm>
        </p:grpSpPr>
        <p:sp>
          <p:nvSpPr>
            <p:cNvPr id="3" name="object 3"/>
            <p:cNvSpPr/>
            <p:nvPr/>
          </p:nvSpPr>
          <p:spPr>
            <a:xfrm>
              <a:off x="597408" y="600455"/>
              <a:ext cx="10985500" cy="1259205"/>
            </a:xfrm>
            <a:custGeom>
              <a:avLst/>
              <a:gdLst/>
              <a:ahLst/>
              <a:cxnLst/>
              <a:rect l="l" t="t" r="r" b="b"/>
              <a:pathLst>
                <a:path w="10985500" h="1259205">
                  <a:moveTo>
                    <a:pt x="10984992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0984992" y="1258824"/>
                  </a:lnTo>
                  <a:lnTo>
                    <a:pt x="1098499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344" y="1242059"/>
              <a:ext cx="8298942" cy="84353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108438" y="6075136"/>
            <a:ext cx="57150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5"/>
              </a:lnSpc>
            </a:pPr>
            <a:r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7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7408" y="1337309"/>
            <a:ext cx="109855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Gill Sans MT"/>
                <a:cs typeface="Gill Sans MT"/>
              </a:rPr>
              <a:t>SYSTEMS</a:t>
            </a:r>
            <a:r>
              <a:rPr spc="-25" dirty="0">
                <a:latin typeface="Gill Sans MT"/>
                <a:cs typeface="Gill Sans MT"/>
              </a:rPr>
              <a:t> </a:t>
            </a:r>
            <a:r>
              <a:rPr spc="-5" dirty="0">
                <a:latin typeface="Gill Sans MT"/>
                <a:cs typeface="Gill Sans MT"/>
              </a:rPr>
              <a:t>DEVELOPMENT </a:t>
            </a:r>
            <a:r>
              <a:rPr dirty="0">
                <a:latin typeface="Gill Sans MT"/>
                <a:cs typeface="Gill Sans MT"/>
              </a:rPr>
              <a:t>LIFE CYCLE</a:t>
            </a:r>
            <a:r>
              <a:rPr spc="-5" dirty="0">
                <a:latin typeface="Gill Sans MT"/>
                <a:cs typeface="Gill Sans MT"/>
              </a:rPr>
              <a:t> </a:t>
            </a:r>
            <a:r>
              <a:rPr spc="-60" dirty="0">
                <a:latin typeface="Gill Sans MT"/>
                <a:cs typeface="Gill Sans MT"/>
              </a:rPr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00327" y="2040635"/>
            <a:ext cx="1941830" cy="54737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32080" rIns="0" bIns="0" rtlCol="0">
            <a:spAutoFit/>
          </a:bodyPr>
          <a:lstStyle/>
          <a:p>
            <a:pPr marL="607060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 Narrow"/>
                <a:cs typeface="Arial Narrow"/>
              </a:rPr>
              <a:t>Planning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50820" y="2769107"/>
            <a:ext cx="1940560" cy="547370"/>
          </a:xfrm>
          <a:custGeom>
            <a:avLst/>
            <a:gdLst/>
            <a:ahLst/>
            <a:cxnLst/>
            <a:rect l="l" t="t" r="r" b="b"/>
            <a:pathLst>
              <a:path w="1940560" h="547370">
                <a:moveTo>
                  <a:pt x="1940052" y="0"/>
                </a:moveTo>
                <a:lnTo>
                  <a:pt x="0" y="0"/>
                </a:lnTo>
                <a:lnTo>
                  <a:pt x="0" y="547115"/>
                </a:lnTo>
                <a:lnTo>
                  <a:pt x="1940052" y="547115"/>
                </a:lnTo>
                <a:lnTo>
                  <a:pt x="1940052" y="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71341" y="2916176"/>
            <a:ext cx="697230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A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spc="-5" dirty="0">
                <a:latin typeface="Arial Narrow"/>
                <a:cs typeface="Arial Narrow"/>
              </a:rPr>
              <a:t>a</a:t>
            </a:r>
            <a:r>
              <a:rPr sz="1800" spc="-10" dirty="0">
                <a:latin typeface="Arial Narrow"/>
                <a:cs typeface="Arial Narrow"/>
              </a:rPr>
              <a:t>l</a:t>
            </a:r>
            <a:r>
              <a:rPr sz="1800" dirty="0">
                <a:latin typeface="Arial Narrow"/>
                <a:cs typeface="Arial Narrow"/>
              </a:rPr>
              <a:t>ys</a:t>
            </a:r>
            <a:r>
              <a:rPr sz="1800" spc="-5" dirty="0">
                <a:latin typeface="Arial Narrow"/>
                <a:cs typeface="Arial Narrow"/>
              </a:rPr>
              <a:t>is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8111" y="4317491"/>
            <a:ext cx="1940560" cy="54737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32080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 Narrow"/>
                <a:cs typeface="Arial Narrow"/>
              </a:rPr>
              <a:t>Physical</a:t>
            </a:r>
            <a:r>
              <a:rPr sz="1800" spc="-3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23531" y="5045964"/>
            <a:ext cx="1940560" cy="54737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32715" rIns="0" bIns="0" rtlCol="0">
            <a:spAutoFit/>
          </a:bodyPr>
          <a:lstStyle/>
          <a:p>
            <a:pPr marL="330835">
              <a:lnSpc>
                <a:spcPct val="100000"/>
              </a:lnSpc>
              <a:spcBef>
                <a:spcPts val="1045"/>
              </a:spcBef>
            </a:pPr>
            <a:r>
              <a:rPr sz="1800" spc="-5" dirty="0">
                <a:latin typeface="Arial Narrow"/>
                <a:cs typeface="Arial Narrow"/>
              </a:rPr>
              <a:t>Implementation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74964" y="5774435"/>
            <a:ext cx="1941830" cy="54737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32715" rIns="0" bIns="0" rtlCol="0">
            <a:spAutoFit/>
          </a:bodyPr>
          <a:lstStyle/>
          <a:p>
            <a:pPr marL="437515">
              <a:lnSpc>
                <a:spcPct val="100000"/>
              </a:lnSpc>
              <a:spcBef>
                <a:spcPts val="1045"/>
              </a:spcBef>
            </a:pPr>
            <a:r>
              <a:rPr sz="1800" spc="-5" dirty="0">
                <a:latin typeface="Arial Narrow"/>
                <a:cs typeface="Arial Narrow"/>
              </a:rPr>
              <a:t>Maintenance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5155" y="3589020"/>
            <a:ext cx="1940560" cy="54737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3208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40"/>
              </a:spcBef>
            </a:pPr>
            <a:r>
              <a:rPr sz="1800" spc="-5" dirty="0">
                <a:latin typeface="Arial Narrow"/>
                <a:cs typeface="Arial Narrow"/>
              </a:rPr>
              <a:t>Logical</a:t>
            </a:r>
            <a:r>
              <a:rPr sz="1800" spc="-2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52616" y="3582670"/>
            <a:ext cx="1116965" cy="643890"/>
          </a:xfrm>
          <a:custGeom>
            <a:avLst/>
            <a:gdLst/>
            <a:ahLst/>
            <a:cxnLst/>
            <a:rect l="l" t="t" r="r" b="b"/>
            <a:pathLst>
              <a:path w="1116965" h="643889">
                <a:moveTo>
                  <a:pt x="1020063" y="548385"/>
                </a:moveTo>
                <a:lnTo>
                  <a:pt x="1017142" y="550290"/>
                </a:lnTo>
                <a:lnTo>
                  <a:pt x="1014094" y="552068"/>
                </a:lnTo>
                <a:lnTo>
                  <a:pt x="1013206" y="556005"/>
                </a:lnTo>
                <a:lnTo>
                  <a:pt x="1014984" y="558926"/>
                </a:lnTo>
                <a:lnTo>
                  <a:pt x="1066927" y="643381"/>
                </a:lnTo>
                <a:lnTo>
                  <a:pt x="1073815" y="630935"/>
                </a:lnTo>
                <a:lnTo>
                  <a:pt x="1060323" y="630935"/>
                </a:lnTo>
                <a:lnTo>
                  <a:pt x="1060196" y="627252"/>
                </a:lnTo>
                <a:lnTo>
                  <a:pt x="1059180" y="611250"/>
                </a:lnTo>
                <a:lnTo>
                  <a:pt x="1058601" y="605644"/>
                </a:lnTo>
                <a:lnTo>
                  <a:pt x="1025906" y="552322"/>
                </a:lnTo>
                <a:lnTo>
                  <a:pt x="1024001" y="549401"/>
                </a:lnTo>
                <a:lnTo>
                  <a:pt x="1020063" y="548385"/>
                </a:lnTo>
                <a:close/>
              </a:path>
              <a:path w="1116965" h="643889">
                <a:moveTo>
                  <a:pt x="1058601" y="605644"/>
                </a:moveTo>
                <a:lnTo>
                  <a:pt x="1059180" y="611250"/>
                </a:lnTo>
                <a:lnTo>
                  <a:pt x="1060196" y="627252"/>
                </a:lnTo>
                <a:lnTo>
                  <a:pt x="1060323" y="630935"/>
                </a:lnTo>
                <a:lnTo>
                  <a:pt x="1073023" y="630681"/>
                </a:lnTo>
                <a:lnTo>
                  <a:pt x="1072934" y="627760"/>
                </a:lnTo>
                <a:lnTo>
                  <a:pt x="1061085" y="627760"/>
                </a:lnTo>
                <a:lnTo>
                  <a:pt x="1066336" y="618258"/>
                </a:lnTo>
                <a:lnTo>
                  <a:pt x="1058601" y="605644"/>
                </a:lnTo>
                <a:close/>
              </a:path>
              <a:path w="1116965" h="643889">
                <a:moveTo>
                  <a:pt x="1109344" y="546353"/>
                </a:moveTo>
                <a:lnTo>
                  <a:pt x="1105408" y="547496"/>
                </a:lnTo>
                <a:lnTo>
                  <a:pt x="1103757" y="550544"/>
                </a:lnTo>
                <a:lnTo>
                  <a:pt x="1071624" y="608689"/>
                </a:lnTo>
                <a:lnTo>
                  <a:pt x="1071753" y="609980"/>
                </a:lnTo>
                <a:lnTo>
                  <a:pt x="1072896" y="626490"/>
                </a:lnTo>
                <a:lnTo>
                  <a:pt x="1073023" y="630681"/>
                </a:lnTo>
                <a:lnTo>
                  <a:pt x="1060323" y="630935"/>
                </a:lnTo>
                <a:lnTo>
                  <a:pt x="1073815" y="630935"/>
                </a:lnTo>
                <a:lnTo>
                  <a:pt x="1114933" y="556640"/>
                </a:lnTo>
                <a:lnTo>
                  <a:pt x="1116584" y="553592"/>
                </a:lnTo>
                <a:lnTo>
                  <a:pt x="1115440" y="549782"/>
                </a:lnTo>
                <a:lnTo>
                  <a:pt x="1112392" y="548004"/>
                </a:lnTo>
                <a:lnTo>
                  <a:pt x="1109344" y="546353"/>
                </a:lnTo>
                <a:close/>
              </a:path>
              <a:path w="1116965" h="643889">
                <a:moveTo>
                  <a:pt x="1066336" y="618258"/>
                </a:moveTo>
                <a:lnTo>
                  <a:pt x="1061085" y="627760"/>
                </a:lnTo>
                <a:lnTo>
                  <a:pt x="1072007" y="627506"/>
                </a:lnTo>
                <a:lnTo>
                  <a:pt x="1066336" y="618258"/>
                </a:lnTo>
                <a:close/>
              </a:path>
              <a:path w="1116965" h="643889">
                <a:moveTo>
                  <a:pt x="1071624" y="608689"/>
                </a:moveTo>
                <a:lnTo>
                  <a:pt x="1066336" y="618258"/>
                </a:lnTo>
                <a:lnTo>
                  <a:pt x="1072007" y="627506"/>
                </a:lnTo>
                <a:lnTo>
                  <a:pt x="1061085" y="627760"/>
                </a:lnTo>
                <a:lnTo>
                  <a:pt x="1072934" y="627760"/>
                </a:lnTo>
                <a:lnTo>
                  <a:pt x="1072896" y="626490"/>
                </a:lnTo>
                <a:lnTo>
                  <a:pt x="1071753" y="609980"/>
                </a:lnTo>
                <a:lnTo>
                  <a:pt x="1071624" y="608689"/>
                </a:lnTo>
                <a:close/>
              </a:path>
              <a:path w="1116965" h="643889">
                <a:moveTo>
                  <a:pt x="254" y="0"/>
                </a:moveTo>
                <a:lnTo>
                  <a:pt x="0" y="12700"/>
                </a:lnTo>
                <a:lnTo>
                  <a:pt x="54863" y="13588"/>
                </a:lnTo>
                <a:lnTo>
                  <a:pt x="108838" y="16001"/>
                </a:lnTo>
                <a:lnTo>
                  <a:pt x="162179" y="20065"/>
                </a:lnTo>
                <a:lnTo>
                  <a:pt x="214375" y="25653"/>
                </a:lnTo>
                <a:lnTo>
                  <a:pt x="265811" y="32765"/>
                </a:lnTo>
                <a:lnTo>
                  <a:pt x="316357" y="41274"/>
                </a:lnTo>
                <a:lnTo>
                  <a:pt x="365633" y="51307"/>
                </a:lnTo>
                <a:lnTo>
                  <a:pt x="414020" y="62610"/>
                </a:lnTo>
                <a:lnTo>
                  <a:pt x="461010" y="75310"/>
                </a:lnTo>
                <a:lnTo>
                  <a:pt x="506857" y="89280"/>
                </a:lnTo>
                <a:lnTo>
                  <a:pt x="551307" y="104520"/>
                </a:lnTo>
                <a:lnTo>
                  <a:pt x="594360" y="121030"/>
                </a:lnTo>
                <a:lnTo>
                  <a:pt x="635888" y="138810"/>
                </a:lnTo>
                <a:lnTo>
                  <a:pt x="676021" y="157606"/>
                </a:lnTo>
                <a:lnTo>
                  <a:pt x="714502" y="177545"/>
                </a:lnTo>
                <a:lnTo>
                  <a:pt x="751332" y="198500"/>
                </a:lnTo>
                <a:lnTo>
                  <a:pt x="786511" y="220471"/>
                </a:lnTo>
                <a:lnTo>
                  <a:pt x="819785" y="243458"/>
                </a:lnTo>
                <a:lnTo>
                  <a:pt x="851154" y="267334"/>
                </a:lnTo>
                <a:lnTo>
                  <a:pt x="880617" y="292099"/>
                </a:lnTo>
                <a:lnTo>
                  <a:pt x="933577" y="344169"/>
                </a:lnTo>
                <a:lnTo>
                  <a:pt x="978027" y="399287"/>
                </a:lnTo>
                <a:lnTo>
                  <a:pt x="1005459" y="442340"/>
                </a:lnTo>
                <a:lnTo>
                  <a:pt x="1027557" y="486790"/>
                </a:lnTo>
                <a:lnTo>
                  <a:pt x="1044193" y="532510"/>
                </a:lnTo>
                <a:lnTo>
                  <a:pt x="1055115" y="579373"/>
                </a:lnTo>
                <a:lnTo>
                  <a:pt x="1058601" y="605644"/>
                </a:lnTo>
                <a:lnTo>
                  <a:pt x="1066336" y="618258"/>
                </a:lnTo>
                <a:lnTo>
                  <a:pt x="1071624" y="608689"/>
                </a:lnTo>
                <a:lnTo>
                  <a:pt x="1070102" y="593343"/>
                </a:lnTo>
                <a:lnTo>
                  <a:pt x="1067689" y="577087"/>
                </a:lnTo>
                <a:lnTo>
                  <a:pt x="1056259" y="528700"/>
                </a:lnTo>
                <a:lnTo>
                  <a:pt x="1039113" y="481583"/>
                </a:lnTo>
                <a:lnTo>
                  <a:pt x="1016381" y="435863"/>
                </a:lnTo>
                <a:lnTo>
                  <a:pt x="988187" y="391667"/>
                </a:lnTo>
                <a:lnTo>
                  <a:pt x="942721" y="335279"/>
                </a:lnTo>
                <a:lnTo>
                  <a:pt x="888746" y="282320"/>
                </a:lnTo>
                <a:lnTo>
                  <a:pt x="858901" y="257174"/>
                </a:lnTo>
                <a:lnTo>
                  <a:pt x="827024" y="232917"/>
                </a:lnTo>
                <a:lnTo>
                  <a:pt x="793241" y="209676"/>
                </a:lnTo>
                <a:lnTo>
                  <a:pt x="757682" y="187451"/>
                </a:lnTo>
                <a:lnTo>
                  <a:pt x="720343" y="166242"/>
                </a:lnTo>
                <a:lnTo>
                  <a:pt x="681355" y="146049"/>
                </a:lnTo>
                <a:lnTo>
                  <a:pt x="640841" y="127126"/>
                </a:lnTo>
                <a:lnTo>
                  <a:pt x="598805" y="109219"/>
                </a:lnTo>
                <a:lnTo>
                  <a:pt x="555371" y="92582"/>
                </a:lnTo>
                <a:lnTo>
                  <a:pt x="510540" y="77088"/>
                </a:lnTo>
                <a:lnTo>
                  <a:pt x="464312" y="63118"/>
                </a:lnTo>
                <a:lnTo>
                  <a:pt x="416813" y="50291"/>
                </a:lnTo>
                <a:lnTo>
                  <a:pt x="368173" y="38734"/>
                </a:lnTo>
                <a:lnTo>
                  <a:pt x="318516" y="28701"/>
                </a:lnTo>
                <a:lnTo>
                  <a:pt x="267588" y="20192"/>
                </a:lnTo>
                <a:lnTo>
                  <a:pt x="215773" y="12953"/>
                </a:lnTo>
                <a:lnTo>
                  <a:pt x="163068" y="7365"/>
                </a:lnTo>
                <a:lnTo>
                  <a:pt x="109474" y="3301"/>
                </a:lnTo>
                <a:lnTo>
                  <a:pt x="55118" y="888"/>
                </a:lnTo>
                <a:lnTo>
                  <a:pt x="25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08036" y="4311141"/>
            <a:ext cx="1116965" cy="643890"/>
          </a:xfrm>
          <a:custGeom>
            <a:avLst/>
            <a:gdLst/>
            <a:ahLst/>
            <a:cxnLst/>
            <a:rect l="l" t="t" r="r" b="b"/>
            <a:pathLst>
              <a:path w="1116965" h="643889">
                <a:moveTo>
                  <a:pt x="1020064" y="548385"/>
                </a:moveTo>
                <a:lnTo>
                  <a:pt x="1017143" y="550290"/>
                </a:lnTo>
                <a:lnTo>
                  <a:pt x="1014095" y="552068"/>
                </a:lnTo>
                <a:lnTo>
                  <a:pt x="1013206" y="556005"/>
                </a:lnTo>
                <a:lnTo>
                  <a:pt x="1014984" y="558926"/>
                </a:lnTo>
                <a:lnTo>
                  <a:pt x="1066927" y="643381"/>
                </a:lnTo>
                <a:lnTo>
                  <a:pt x="1073796" y="630935"/>
                </a:lnTo>
                <a:lnTo>
                  <a:pt x="1060323" y="630935"/>
                </a:lnTo>
                <a:lnTo>
                  <a:pt x="1060196" y="627252"/>
                </a:lnTo>
                <a:lnTo>
                  <a:pt x="1059180" y="611250"/>
                </a:lnTo>
                <a:lnTo>
                  <a:pt x="1058601" y="605644"/>
                </a:lnTo>
                <a:lnTo>
                  <a:pt x="1025906" y="552322"/>
                </a:lnTo>
                <a:lnTo>
                  <a:pt x="1024001" y="549401"/>
                </a:lnTo>
                <a:lnTo>
                  <a:pt x="1020064" y="548385"/>
                </a:lnTo>
                <a:close/>
              </a:path>
              <a:path w="1116965" h="643889">
                <a:moveTo>
                  <a:pt x="1058601" y="605644"/>
                </a:moveTo>
                <a:lnTo>
                  <a:pt x="1059180" y="611250"/>
                </a:lnTo>
                <a:lnTo>
                  <a:pt x="1060196" y="627252"/>
                </a:lnTo>
                <a:lnTo>
                  <a:pt x="1060323" y="630935"/>
                </a:lnTo>
                <a:lnTo>
                  <a:pt x="1073023" y="630681"/>
                </a:lnTo>
                <a:lnTo>
                  <a:pt x="1072934" y="627760"/>
                </a:lnTo>
                <a:lnTo>
                  <a:pt x="1061085" y="627760"/>
                </a:lnTo>
                <a:lnTo>
                  <a:pt x="1066336" y="618258"/>
                </a:lnTo>
                <a:lnTo>
                  <a:pt x="1058601" y="605644"/>
                </a:lnTo>
                <a:close/>
              </a:path>
              <a:path w="1116965" h="643889">
                <a:moveTo>
                  <a:pt x="1109345" y="546353"/>
                </a:moveTo>
                <a:lnTo>
                  <a:pt x="1105408" y="547496"/>
                </a:lnTo>
                <a:lnTo>
                  <a:pt x="1103757" y="550544"/>
                </a:lnTo>
                <a:lnTo>
                  <a:pt x="1071624" y="608689"/>
                </a:lnTo>
                <a:lnTo>
                  <a:pt x="1071753" y="609980"/>
                </a:lnTo>
                <a:lnTo>
                  <a:pt x="1072896" y="626490"/>
                </a:lnTo>
                <a:lnTo>
                  <a:pt x="1073023" y="630681"/>
                </a:lnTo>
                <a:lnTo>
                  <a:pt x="1060323" y="630935"/>
                </a:lnTo>
                <a:lnTo>
                  <a:pt x="1073796" y="630935"/>
                </a:lnTo>
                <a:lnTo>
                  <a:pt x="1114806" y="556640"/>
                </a:lnTo>
                <a:lnTo>
                  <a:pt x="1116584" y="553592"/>
                </a:lnTo>
                <a:lnTo>
                  <a:pt x="1115441" y="549782"/>
                </a:lnTo>
                <a:lnTo>
                  <a:pt x="1112393" y="548004"/>
                </a:lnTo>
                <a:lnTo>
                  <a:pt x="1109345" y="546353"/>
                </a:lnTo>
                <a:close/>
              </a:path>
              <a:path w="1116965" h="643889">
                <a:moveTo>
                  <a:pt x="1066336" y="618258"/>
                </a:moveTo>
                <a:lnTo>
                  <a:pt x="1061085" y="627760"/>
                </a:lnTo>
                <a:lnTo>
                  <a:pt x="1072007" y="627506"/>
                </a:lnTo>
                <a:lnTo>
                  <a:pt x="1066336" y="618258"/>
                </a:lnTo>
                <a:close/>
              </a:path>
              <a:path w="1116965" h="643889">
                <a:moveTo>
                  <a:pt x="1071624" y="608689"/>
                </a:moveTo>
                <a:lnTo>
                  <a:pt x="1066336" y="618258"/>
                </a:lnTo>
                <a:lnTo>
                  <a:pt x="1072007" y="627506"/>
                </a:lnTo>
                <a:lnTo>
                  <a:pt x="1061085" y="627760"/>
                </a:lnTo>
                <a:lnTo>
                  <a:pt x="1072934" y="627760"/>
                </a:lnTo>
                <a:lnTo>
                  <a:pt x="1072896" y="626490"/>
                </a:lnTo>
                <a:lnTo>
                  <a:pt x="1071753" y="609980"/>
                </a:lnTo>
                <a:lnTo>
                  <a:pt x="1071624" y="608689"/>
                </a:lnTo>
                <a:close/>
              </a:path>
              <a:path w="1116965" h="643889">
                <a:moveTo>
                  <a:pt x="254" y="0"/>
                </a:moveTo>
                <a:lnTo>
                  <a:pt x="0" y="12699"/>
                </a:lnTo>
                <a:lnTo>
                  <a:pt x="54864" y="13588"/>
                </a:lnTo>
                <a:lnTo>
                  <a:pt x="108839" y="16001"/>
                </a:lnTo>
                <a:lnTo>
                  <a:pt x="162179" y="20065"/>
                </a:lnTo>
                <a:lnTo>
                  <a:pt x="214376" y="25653"/>
                </a:lnTo>
                <a:lnTo>
                  <a:pt x="265811" y="32765"/>
                </a:lnTo>
                <a:lnTo>
                  <a:pt x="316357" y="41274"/>
                </a:lnTo>
                <a:lnTo>
                  <a:pt x="365633" y="51307"/>
                </a:lnTo>
                <a:lnTo>
                  <a:pt x="414020" y="62610"/>
                </a:lnTo>
                <a:lnTo>
                  <a:pt x="461010" y="75310"/>
                </a:lnTo>
                <a:lnTo>
                  <a:pt x="506857" y="89280"/>
                </a:lnTo>
                <a:lnTo>
                  <a:pt x="551307" y="104520"/>
                </a:lnTo>
                <a:lnTo>
                  <a:pt x="594360" y="121030"/>
                </a:lnTo>
                <a:lnTo>
                  <a:pt x="635889" y="138810"/>
                </a:lnTo>
                <a:lnTo>
                  <a:pt x="676021" y="157606"/>
                </a:lnTo>
                <a:lnTo>
                  <a:pt x="714502" y="177545"/>
                </a:lnTo>
                <a:lnTo>
                  <a:pt x="751332" y="198500"/>
                </a:lnTo>
                <a:lnTo>
                  <a:pt x="786511" y="220471"/>
                </a:lnTo>
                <a:lnTo>
                  <a:pt x="819785" y="243458"/>
                </a:lnTo>
                <a:lnTo>
                  <a:pt x="851154" y="267334"/>
                </a:lnTo>
                <a:lnTo>
                  <a:pt x="880618" y="292099"/>
                </a:lnTo>
                <a:lnTo>
                  <a:pt x="933577" y="344169"/>
                </a:lnTo>
                <a:lnTo>
                  <a:pt x="978027" y="399287"/>
                </a:lnTo>
                <a:lnTo>
                  <a:pt x="1005459" y="442340"/>
                </a:lnTo>
                <a:lnTo>
                  <a:pt x="1027557" y="486790"/>
                </a:lnTo>
                <a:lnTo>
                  <a:pt x="1044194" y="532510"/>
                </a:lnTo>
                <a:lnTo>
                  <a:pt x="1055116" y="579373"/>
                </a:lnTo>
                <a:lnTo>
                  <a:pt x="1058601" y="605644"/>
                </a:lnTo>
                <a:lnTo>
                  <a:pt x="1066336" y="618258"/>
                </a:lnTo>
                <a:lnTo>
                  <a:pt x="1071624" y="608689"/>
                </a:lnTo>
                <a:lnTo>
                  <a:pt x="1070102" y="593343"/>
                </a:lnTo>
                <a:lnTo>
                  <a:pt x="1067689" y="577087"/>
                </a:lnTo>
                <a:lnTo>
                  <a:pt x="1056259" y="528700"/>
                </a:lnTo>
                <a:lnTo>
                  <a:pt x="1039114" y="481583"/>
                </a:lnTo>
                <a:lnTo>
                  <a:pt x="1016381" y="435863"/>
                </a:lnTo>
                <a:lnTo>
                  <a:pt x="988187" y="391667"/>
                </a:lnTo>
                <a:lnTo>
                  <a:pt x="942721" y="335279"/>
                </a:lnTo>
                <a:lnTo>
                  <a:pt x="888746" y="282320"/>
                </a:lnTo>
                <a:lnTo>
                  <a:pt x="858901" y="257174"/>
                </a:lnTo>
                <a:lnTo>
                  <a:pt x="827024" y="232917"/>
                </a:lnTo>
                <a:lnTo>
                  <a:pt x="793242" y="209676"/>
                </a:lnTo>
                <a:lnTo>
                  <a:pt x="757682" y="187451"/>
                </a:lnTo>
                <a:lnTo>
                  <a:pt x="720344" y="166242"/>
                </a:lnTo>
                <a:lnTo>
                  <a:pt x="681355" y="146049"/>
                </a:lnTo>
                <a:lnTo>
                  <a:pt x="640842" y="127126"/>
                </a:lnTo>
                <a:lnTo>
                  <a:pt x="598805" y="109219"/>
                </a:lnTo>
                <a:lnTo>
                  <a:pt x="555371" y="92582"/>
                </a:lnTo>
                <a:lnTo>
                  <a:pt x="510540" y="77088"/>
                </a:lnTo>
                <a:lnTo>
                  <a:pt x="464312" y="63118"/>
                </a:lnTo>
                <a:lnTo>
                  <a:pt x="416814" y="50291"/>
                </a:lnTo>
                <a:lnTo>
                  <a:pt x="368173" y="38734"/>
                </a:lnTo>
                <a:lnTo>
                  <a:pt x="318516" y="28701"/>
                </a:lnTo>
                <a:lnTo>
                  <a:pt x="267589" y="20192"/>
                </a:lnTo>
                <a:lnTo>
                  <a:pt x="215773" y="12953"/>
                </a:lnTo>
                <a:lnTo>
                  <a:pt x="163068" y="7365"/>
                </a:lnTo>
                <a:lnTo>
                  <a:pt x="109474" y="3301"/>
                </a:lnTo>
                <a:lnTo>
                  <a:pt x="55118" y="888"/>
                </a:lnTo>
                <a:lnTo>
                  <a:pt x="25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863456" y="5039614"/>
            <a:ext cx="1116965" cy="645160"/>
          </a:xfrm>
          <a:custGeom>
            <a:avLst/>
            <a:gdLst/>
            <a:ahLst/>
            <a:cxnLst/>
            <a:rect l="l" t="t" r="r" b="b"/>
            <a:pathLst>
              <a:path w="1116965" h="645160">
                <a:moveTo>
                  <a:pt x="1020064" y="549935"/>
                </a:moveTo>
                <a:lnTo>
                  <a:pt x="1017143" y="551776"/>
                </a:lnTo>
                <a:lnTo>
                  <a:pt x="1014095" y="553605"/>
                </a:lnTo>
                <a:lnTo>
                  <a:pt x="1013206" y="557517"/>
                </a:lnTo>
                <a:lnTo>
                  <a:pt x="1014984" y="560514"/>
                </a:lnTo>
                <a:lnTo>
                  <a:pt x="1066927" y="644931"/>
                </a:lnTo>
                <a:lnTo>
                  <a:pt x="1073797" y="632485"/>
                </a:lnTo>
                <a:lnTo>
                  <a:pt x="1060323" y="632485"/>
                </a:lnTo>
                <a:lnTo>
                  <a:pt x="1060196" y="628827"/>
                </a:lnTo>
                <a:lnTo>
                  <a:pt x="1059179" y="612711"/>
                </a:lnTo>
                <a:lnTo>
                  <a:pt x="1058608" y="607166"/>
                </a:lnTo>
                <a:lnTo>
                  <a:pt x="1025906" y="553859"/>
                </a:lnTo>
                <a:lnTo>
                  <a:pt x="1024001" y="550875"/>
                </a:lnTo>
                <a:lnTo>
                  <a:pt x="1020064" y="549935"/>
                </a:lnTo>
                <a:close/>
              </a:path>
              <a:path w="1116965" h="645160">
                <a:moveTo>
                  <a:pt x="1058608" y="607166"/>
                </a:moveTo>
                <a:lnTo>
                  <a:pt x="1059179" y="612711"/>
                </a:lnTo>
                <a:lnTo>
                  <a:pt x="1060196" y="628827"/>
                </a:lnTo>
                <a:lnTo>
                  <a:pt x="1060323" y="632485"/>
                </a:lnTo>
                <a:lnTo>
                  <a:pt x="1073023" y="632193"/>
                </a:lnTo>
                <a:lnTo>
                  <a:pt x="1072933" y="629259"/>
                </a:lnTo>
                <a:lnTo>
                  <a:pt x="1061085" y="629259"/>
                </a:lnTo>
                <a:lnTo>
                  <a:pt x="1066335" y="619760"/>
                </a:lnTo>
                <a:lnTo>
                  <a:pt x="1058608" y="607166"/>
                </a:lnTo>
                <a:close/>
              </a:path>
              <a:path w="1116965" h="645160">
                <a:moveTo>
                  <a:pt x="1109345" y="547878"/>
                </a:moveTo>
                <a:lnTo>
                  <a:pt x="1105408" y="548982"/>
                </a:lnTo>
                <a:lnTo>
                  <a:pt x="1103757" y="552056"/>
                </a:lnTo>
                <a:lnTo>
                  <a:pt x="1071633" y="610175"/>
                </a:lnTo>
                <a:lnTo>
                  <a:pt x="1071752" y="611378"/>
                </a:lnTo>
                <a:lnTo>
                  <a:pt x="1072896" y="628027"/>
                </a:lnTo>
                <a:lnTo>
                  <a:pt x="1073023" y="632193"/>
                </a:lnTo>
                <a:lnTo>
                  <a:pt x="1060323" y="632485"/>
                </a:lnTo>
                <a:lnTo>
                  <a:pt x="1073797" y="632485"/>
                </a:lnTo>
                <a:lnTo>
                  <a:pt x="1114806" y="558203"/>
                </a:lnTo>
                <a:lnTo>
                  <a:pt x="1116584" y="555129"/>
                </a:lnTo>
                <a:lnTo>
                  <a:pt x="1115441" y="551268"/>
                </a:lnTo>
                <a:lnTo>
                  <a:pt x="1109345" y="547878"/>
                </a:lnTo>
                <a:close/>
              </a:path>
              <a:path w="1116965" h="645160">
                <a:moveTo>
                  <a:pt x="1066335" y="619760"/>
                </a:moveTo>
                <a:lnTo>
                  <a:pt x="1061085" y="629259"/>
                </a:lnTo>
                <a:lnTo>
                  <a:pt x="1072007" y="629005"/>
                </a:lnTo>
                <a:lnTo>
                  <a:pt x="1066335" y="619760"/>
                </a:lnTo>
                <a:close/>
              </a:path>
              <a:path w="1116965" h="645160">
                <a:moveTo>
                  <a:pt x="1071633" y="610175"/>
                </a:moveTo>
                <a:lnTo>
                  <a:pt x="1066335" y="619760"/>
                </a:lnTo>
                <a:lnTo>
                  <a:pt x="1072007" y="629005"/>
                </a:lnTo>
                <a:lnTo>
                  <a:pt x="1061085" y="629259"/>
                </a:lnTo>
                <a:lnTo>
                  <a:pt x="1072933" y="629259"/>
                </a:lnTo>
                <a:lnTo>
                  <a:pt x="1072896" y="628027"/>
                </a:lnTo>
                <a:lnTo>
                  <a:pt x="1071752" y="611378"/>
                </a:lnTo>
                <a:lnTo>
                  <a:pt x="1071633" y="610175"/>
                </a:lnTo>
                <a:close/>
              </a:path>
              <a:path w="1116965" h="645160">
                <a:moveTo>
                  <a:pt x="253" y="0"/>
                </a:moveTo>
                <a:lnTo>
                  <a:pt x="0" y="12700"/>
                </a:lnTo>
                <a:lnTo>
                  <a:pt x="54864" y="13588"/>
                </a:lnTo>
                <a:lnTo>
                  <a:pt x="108839" y="16002"/>
                </a:lnTo>
                <a:lnTo>
                  <a:pt x="162178" y="20066"/>
                </a:lnTo>
                <a:lnTo>
                  <a:pt x="214375" y="25654"/>
                </a:lnTo>
                <a:lnTo>
                  <a:pt x="265811" y="32766"/>
                </a:lnTo>
                <a:lnTo>
                  <a:pt x="316357" y="41275"/>
                </a:lnTo>
                <a:lnTo>
                  <a:pt x="365633" y="51308"/>
                </a:lnTo>
                <a:lnTo>
                  <a:pt x="414020" y="62737"/>
                </a:lnTo>
                <a:lnTo>
                  <a:pt x="461010" y="75437"/>
                </a:lnTo>
                <a:lnTo>
                  <a:pt x="506857" y="89535"/>
                </a:lnTo>
                <a:lnTo>
                  <a:pt x="551307" y="104902"/>
                </a:lnTo>
                <a:lnTo>
                  <a:pt x="594360" y="121285"/>
                </a:lnTo>
                <a:lnTo>
                  <a:pt x="635889" y="139065"/>
                </a:lnTo>
                <a:lnTo>
                  <a:pt x="676021" y="157861"/>
                </a:lnTo>
                <a:lnTo>
                  <a:pt x="714501" y="177927"/>
                </a:lnTo>
                <a:lnTo>
                  <a:pt x="751332" y="198882"/>
                </a:lnTo>
                <a:lnTo>
                  <a:pt x="786511" y="220980"/>
                </a:lnTo>
                <a:lnTo>
                  <a:pt x="819785" y="243967"/>
                </a:lnTo>
                <a:lnTo>
                  <a:pt x="851153" y="267970"/>
                </a:lnTo>
                <a:lnTo>
                  <a:pt x="880618" y="292735"/>
                </a:lnTo>
                <a:lnTo>
                  <a:pt x="933576" y="344932"/>
                </a:lnTo>
                <a:lnTo>
                  <a:pt x="978026" y="400177"/>
                </a:lnTo>
                <a:lnTo>
                  <a:pt x="1005459" y="443357"/>
                </a:lnTo>
                <a:lnTo>
                  <a:pt x="1027557" y="487934"/>
                </a:lnTo>
                <a:lnTo>
                  <a:pt x="1044194" y="533781"/>
                </a:lnTo>
                <a:lnTo>
                  <a:pt x="1055116" y="580834"/>
                </a:lnTo>
                <a:lnTo>
                  <a:pt x="1058608" y="607166"/>
                </a:lnTo>
                <a:lnTo>
                  <a:pt x="1066335" y="619760"/>
                </a:lnTo>
                <a:lnTo>
                  <a:pt x="1071633" y="610175"/>
                </a:lnTo>
                <a:lnTo>
                  <a:pt x="1070102" y="594829"/>
                </a:lnTo>
                <a:lnTo>
                  <a:pt x="1067689" y="578472"/>
                </a:lnTo>
                <a:lnTo>
                  <a:pt x="1056259" y="529844"/>
                </a:lnTo>
                <a:lnTo>
                  <a:pt x="1039114" y="482727"/>
                </a:lnTo>
                <a:lnTo>
                  <a:pt x="1016381" y="436880"/>
                </a:lnTo>
                <a:lnTo>
                  <a:pt x="988187" y="392557"/>
                </a:lnTo>
                <a:lnTo>
                  <a:pt x="942721" y="336169"/>
                </a:lnTo>
                <a:lnTo>
                  <a:pt x="888746" y="283083"/>
                </a:lnTo>
                <a:lnTo>
                  <a:pt x="858901" y="257810"/>
                </a:lnTo>
                <a:lnTo>
                  <a:pt x="827024" y="233553"/>
                </a:lnTo>
                <a:lnTo>
                  <a:pt x="793242" y="210185"/>
                </a:lnTo>
                <a:lnTo>
                  <a:pt x="757682" y="187960"/>
                </a:lnTo>
                <a:lnTo>
                  <a:pt x="720344" y="166624"/>
                </a:lnTo>
                <a:lnTo>
                  <a:pt x="681354" y="146431"/>
                </a:lnTo>
                <a:lnTo>
                  <a:pt x="640842" y="127381"/>
                </a:lnTo>
                <a:lnTo>
                  <a:pt x="598804" y="109474"/>
                </a:lnTo>
                <a:lnTo>
                  <a:pt x="555371" y="92837"/>
                </a:lnTo>
                <a:lnTo>
                  <a:pt x="510540" y="77343"/>
                </a:lnTo>
                <a:lnTo>
                  <a:pt x="464312" y="63118"/>
                </a:lnTo>
                <a:lnTo>
                  <a:pt x="416814" y="50418"/>
                </a:lnTo>
                <a:lnTo>
                  <a:pt x="368173" y="38862"/>
                </a:lnTo>
                <a:lnTo>
                  <a:pt x="318516" y="28702"/>
                </a:lnTo>
                <a:lnTo>
                  <a:pt x="267589" y="20193"/>
                </a:lnTo>
                <a:lnTo>
                  <a:pt x="215773" y="12954"/>
                </a:lnTo>
                <a:lnTo>
                  <a:pt x="163068" y="7366"/>
                </a:lnTo>
                <a:lnTo>
                  <a:pt x="109474" y="3302"/>
                </a:lnTo>
                <a:lnTo>
                  <a:pt x="55118" y="888"/>
                </a:lnTo>
                <a:lnTo>
                  <a:pt x="25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67931" y="5593054"/>
            <a:ext cx="1407160" cy="643890"/>
          </a:xfrm>
          <a:custGeom>
            <a:avLst/>
            <a:gdLst/>
            <a:ahLst/>
            <a:cxnLst/>
            <a:rect l="l" t="t" r="r" b="b"/>
            <a:pathLst>
              <a:path w="1407159" h="643889">
                <a:moveTo>
                  <a:pt x="49870" y="25245"/>
                </a:moveTo>
                <a:lnTo>
                  <a:pt x="44716" y="34683"/>
                </a:lnTo>
                <a:lnTo>
                  <a:pt x="46863" y="50266"/>
                </a:lnTo>
                <a:lnTo>
                  <a:pt x="50038" y="66649"/>
                </a:lnTo>
                <a:lnTo>
                  <a:pt x="64516" y="115201"/>
                </a:lnTo>
                <a:lnTo>
                  <a:pt x="86360" y="162356"/>
                </a:lnTo>
                <a:lnTo>
                  <a:pt x="115443" y="208140"/>
                </a:lnTo>
                <a:lnTo>
                  <a:pt x="151129" y="252298"/>
                </a:lnTo>
                <a:lnTo>
                  <a:pt x="178689" y="280873"/>
                </a:lnTo>
                <a:lnTo>
                  <a:pt x="209042" y="308546"/>
                </a:lnTo>
                <a:lnTo>
                  <a:pt x="241935" y="335419"/>
                </a:lnTo>
                <a:lnTo>
                  <a:pt x="277495" y="361416"/>
                </a:lnTo>
                <a:lnTo>
                  <a:pt x="315595" y="386638"/>
                </a:lnTo>
                <a:lnTo>
                  <a:pt x="356108" y="410768"/>
                </a:lnTo>
                <a:lnTo>
                  <a:pt x="399161" y="434060"/>
                </a:lnTo>
                <a:lnTo>
                  <a:pt x="444373" y="456260"/>
                </a:lnTo>
                <a:lnTo>
                  <a:pt x="491617" y="477494"/>
                </a:lnTo>
                <a:lnTo>
                  <a:pt x="541147" y="497573"/>
                </a:lnTo>
                <a:lnTo>
                  <a:pt x="592582" y="516496"/>
                </a:lnTo>
                <a:lnTo>
                  <a:pt x="645922" y="534365"/>
                </a:lnTo>
                <a:lnTo>
                  <a:pt x="701294" y="550989"/>
                </a:lnTo>
                <a:lnTo>
                  <a:pt x="758317" y="566369"/>
                </a:lnTo>
                <a:lnTo>
                  <a:pt x="817118" y="580504"/>
                </a:lnTo>
                <a:lnTo>
                  <a:pt x="877316" y="593204"/>
                </a:lnTo>
                <a:lnTo>
                  <a:pt x="939165" y="604659"/>
                </a:lnTo>
                <a:lnTo>
                  <a:pt x="1002411" y="614679"/>
                </a:lnTo>
                <a:lnTo>
                  <a:pt x="1066927" y="623277"/>
                </a:lnTo>
                <a:lnTo>
                  <a:pt x="1132840" y="630427"/>
                </a:lnTo>
                <a:lnTo>
                  <a:pt x="1199896" y="636066"/>
                </a:lnTo>
                <a:lnTo>
                  <a:pt x="1267968" y="640067"/>
                </a:lnTo>
                <a:lnTo>
                  <a:pt x="1337055" y="642543"/>
                </a:lnTo>
                <a:lnTo>
                  <a:pt x="1406905" y="643407"/>
                </a:lnTo>
                <a:lnTo>
                  <a:pt x="1407160" y="630707"/>
                </a:lnTo>
                <a:lnTo>
                  <a:pt x="1337183" y="629856"/>
                </a:lnTo>
                <a:lnTo>
                  <a:pt x="1268349" y="627379"/>
                </a:lnTo>
                <a:lnTo>
                  <a:pt x="1200658" y="623379"/>
                </a:lnTo>
                <a:lnTo>
                  <a:pt x="1133855" y="617778"/>
                </a:lnTo>
                <a:lnTo>
                  <a:pt x="1068324" y="610641"/>
                </a:lnTo>
                <a:lnTo>
                  <a:pt x="1004062" y="602094"/>
                </a:lnTo>
                <a:lnTo>
                  <a:pt x="941070" y="592112"/>
                </a:lnTo>
                <a:lnTo>
                  <a:pt x="879601" y="580707"/>
                </a:lnTo>
                <a:lnTo>
                  <a:pt x="819658" y="568070"/>
                </a:lnTo>
                <a:lnTo>
                  <a:pt x="761238" y="554012"/>
                </a:lnTo>
                <a:lnTo>
                  <a:pt x="704596" y="538721"/>
                </a:lnTo>
                <a:lnTo>
                  <a:pt x="649604" y="522198"/>
                </a:lnTo>
                <a:lnTo>
                  <a:pt x="596646" y="504443"/>
                </a:lnTo>
                <a:lnTo>
                  <a:pt x="545465" y="485647"/>
                </a:lnTo>
                <a:lnTo>
                  <a:pt x="496443" y="465721"/>
                </a:lnTo>
                <a:lnTo>
                  <a:pt x="449452" y="444665"/>
                </a:lnTo>
                <a:lnTo>
                  <a:pt x="404749" y="422668"/>
                </a:lnTo>
                <a:lnTo>
                  <a:pt x="362330" y="399668"/>
                </a:lnTo>
                <a:lnTo>
                  <a:pt x="322199" y="375792"/>
                </a:lnTo>
                <a:lnTo>
                  <a:pt x="284607" y="350913"/>
                </a:lnTo>
                <a:lnTo>
                  <a:pt x="249554" y="325285"/>
                </a:lnTo>
                <a:lnTo>
                  <a:pt x="217170" y="298818"/>
                </a:lnTo>
                <a:lnTo>
                  <a:pt x="187451" y="271627"/>
                </a:lnTo>
                <a:lnTo>
                  <a:pt x="160527" y="243624"/>
                </a:lnTo>
                <a:lnTo>
                  <a:pt x="125602" y="200532"/>
                </a:lnTo>
                <a:lnTo>
                  <a:pt x="97409" y="156019"/>
                </a:lnTo>
                <a:lnTo>
                  <a:pt x="76326" y="110401"/>
                </a:lnTo>
                <a:lnTo>
                  <a:pt x="62357" y="63703"/>
                </a:lnTo>
                <a:lnTo>
                  <a:pt x="58078" y="38396"/>
                </a:lnTo>
                <a:lnTo>
                  <a:pt x="49870" y="25245"/>
                </a:lnTo>
                <a:close/>
              </a:path>
              <a:path w="1407159" h="643889">
                <a:moveTo>
                  <a:pt x="49149" y="0"/>
                </a:moveTo>
                <a:lnTo>
                  <a:pt x="1603" y="87096"/>
                </a:lnTo>
                <a:lnTo>
                  <a:pt x="0" y="90081"/>
                </a:lnTo>
                <a:lnTo>
                  <a:pt x="1143" y="93941"/>
                </a:lnTo>
                <a:lnTo>
                  <a:pt x="4191" y="95618"/>
                </a:lnTo>
                <a:lnTo>
                  <a:pt x="7366" y="97294"/>
                </a:lnTo>
                <a:lnTo>
                  <a:pt x="11175" y="96164"/>
                </a:lnTo>
                <a:lnTo>
                  <a:pt x="16148" y="87007"/>
                </a:lnTo>
                <a:lnTo>
                  <a:pt x="44716" y="34683"/>
                </a:lnTo>
                <a:lnTo>
                  <a:pt x="44576" y="33667"/>
                </a:lnTo>
                <a:lnTo>
                  <a:pt x="43307" y="16979"/>
                </a:lnTo>
                <a:lnTo>
                  <a:pt x="43179" y="12776"/>
                </a:lnTo>
                <a:lnTo>
                  <a:pt x="55879" y="12407"/>
                </a:lnTo>
                <a:lnTo>
                  <a:pt x="56885" y="12407"/>
                </a:lnTo>
                <a:lnTo>
                  <a:pt x="49149" y="0"/>
                </a:lnTo>
                <a:close/>
              </a:path>
              <a:path w="1407159" h="643889">
                <a:moveTo>
                  <a:pt x="56885" y="12407"/>
                </a:moveTo>
                <a:lnTo>
                  <a:pt x="55879" y="12407"/>
                </a:lnTo>
                <a:lnTo>
                  <a:pt x="55993" y="15633"/>
                </a:lnTo>
                <a:lnTo>
                  <a:pt x="56075" y="16979"/>
                </a:lnTo>
                <a:lnTo>
                  <a:pt x="57150" y="31902"/>
                </a:lnTo>
                <a:lnTo>
                  <a:pt x="58078" y="38396"/>
                </a:lnTo>
                <a:lnTo>
                  <a:pt x="90910" y="91008"/>
                </a:lnTo>
                <a:lnTo>
                  <a:pt x="92583" y="93814"/>
                </a:lnTo>
                <a:lnTo>
                  <a:pt x="96520" y="94716"/>
                </a:lnTo>
                <a:lnTo>
                  <a:pt x="99441" y="92862"/>
                </a:lnTo>
                <a:lnTo>
                  <a:pt x="102489" y="91008"/>
                </a:lnTo>
                <a:lnTo>
                  <a:pt x="103377" y="87096"/>
                </a:lnTo>
                <a:lnTo>
                  <a:pt x="101600" y="84124"/>
                </a:lnTo>
                <a:lnTo>
                  <a:pt x="56885" y="12407"/>
                </a:lnTo>
                <a:close/>
              </a:path>
              <a:path w="1407159" h="643889">
                <a:moveTo>
                  <a:pt x="55993" y="15633"/>
                </a:moveTo>
                <a:lnTo>
                  <a:pt x="55118" y="15633"/>
                </a:lnTo>
                <a:lnTo>
                  <a:pt x="49870" y="25245"/>
                </a:lnTo>
                <a:lnTo>
                  <a:pt x="58078" y="38396"/>
                </a:lnTo>
                <a:lnTo>
                  <a:pt x="57150" y="31902"/>
                </a:lnTo>
                <a:lnTo>
                  <a:pt x="56075" y="16979"/>
                </a:lnTo>
                <a:lnTo>
                  <a:pt x="55993" y="15633"/>
                </a:lnTo>
                <a:close/>
              </a:path>
              <a:path w="1407159" h="643889">
                <a:moveTo>
                  <a:pt x="55879" y="12407"/>
                </a:moveTo>
                <a:lnTo>
                  <a:pt x="43179" y="12776"/>
                </a:lnTo>
                <a:lnTo>
                  <a:pt x="43307" y="16979"/>
                </a:lnTo>
                <a:lnTo>
                  <a:pt x="44576" y="33667"/>
                </a:lnTo>
                <a:lnTo>
                  <a:pt x="44716" y="34683"/>
                </a:lnTo>
                <a:lnTo>
                  <a:pt x="49870" y="25245"/>
                </a:lnTo>
                <a:lnTo>
                  <a:pt x="44069" y="15951"/>
                </a:lnTo>
                <a:lnTo>
                  <a:pt x="55118" y="15633"/>
                </a:lnTo>
                <a:lnTo>
                  <a:pt x="55993" y="15633"/>
                </a:lnTo>
                <a:lnTo>
                  <a:pt x="55879" y="12407"/>
                </a:lnTo>
                <a:close/>
              </a:path>
              <a:path w="1407159" h="643889">
                <a:moveTo>
                  <a:pt x="55118" y="15633"/>
                </a:moveTo>
                <a:lnTo>
                  <a:pt x="44069" y="15951"/>
                </a:lnTo>
                <a:lnTo>
                  <a:pt x="49870" y="25245"/>
                </a:lnTo>
                <a:lnTo>
                  <a:pt x="55118" y="15633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18963" y="4864608"/>
            <a:ext cx="1407160" cy="643890"/>
          </a:xfrm>
          <a:custGeom>
            <a:avLst/>
            <a:gdLst/>
            <a:ahLst/>
            <a:cxnLst/>
            <a:rect l="l" t="t" r="r" b="b"/>
            <a:pathLst>
              <a:path w="1407159" h="643889">
                <a:moveTo>
                  <a:pt x="49887" y="25204"/>
                </a:moveTo>
                <a:lnTo>
                  <a:pt x="44717" y="34678"/>
                </a:lnTo>
                <a:lnTo>
                  <a:pt x="46862" y="50292"/>
                </a:lnTo>
                <a:lnTo>
                  <a:pt x="50037" y="66675"/>
                </a:lnTo>
                <a:lnTo>
                  <a:pt x="64515" y="115189"/>
                </a:lnTo>
                <a:lnTo>
                  <a:pt x="86360" y="162306"/>
                </a:lnTo>
                <a:lnTo>
                  <a:pt x="115442" y="208153"/>
                </a:lnTo>
                <a:lnTo>
                  <a:pt x="151129" y="252222"/>
                </a:lnTo>
                <a:lnTo>
                  <a:pt x="178688" y="280797"/>
                </a:lnTo>
                <a:lnTo>
                  <a:pt x="209041" y="308483"/>
                </a:lnTo>
                <a:lnTo>
                  <a:pt x="241935" y="335407"/>
                </a:lnTo>
                <a:lnTo>
                  <a:pt x="277495" y="361442"/>
                </a:lnTo>
                <a:lnTo>
                  <a:pt x="315595" y="386588"/>
                </a:lnTo>
                <a:lnTo>
                  <a:pt x="356108" y="410718"/>
                </a:lnTo>
                <a:lnTo>
                  <a:pt x="399161" y="434086"/>
                </a:lnTo>
                <a:lnTo>
                  <a:pt x="444373" y="456184"/>
                </a:lnTo>
                <a:lnTo>
                  <a:pt x="491616" y="477520"/>
                </a:lnTo>
                <a:lnTo>
                  <a:pt x="541147" y="497586"/>
                </a:lnTo>
                <a:lnTo>
                  <a:pt x="592582" y="516509"/>
                </a:lnTo>
                <a:lnTo>
                  <a:pt x="645922" y="534289"/>
                </a:lnTo>
                <a:lnTo>
                  <a:pt x="701294" y="550926"/>
                </a:lnTo>
                <a:lnTo>
                  <a:pt x="758316" y="566293"/>
                </a:lnTo>
                <a:lnTo>
                  <a:pt x="817117" y="580517"/>
                </a:lnTo>
                <a:lnTo>
                  <a:pt x="877315" y="593217"/>
                </a:lnTo>
                <a:lnTo>
                  <a:pt x="939164" y="604647"/>
                </a:lnTo>
                <a:lnTo>
                  <a:pt x="1002411" y="614680"/>
                </a:lnTo>
                <a:lnTo>
                  <a:pt x="1066927" y="623189"/>
                </a:lnTo>
                <a:lnTo>
                  <a:pt x="1132839" y="630428"/>
                </a:lnTo>
                <a:lnTo>
                  <a:pt x="1199895" y="636016"/>
                </a:lnTo>
                <a:lnTo>
                  <a:pt x="1267967" y="640080"/>
                </a:lnTo>
                <a:lnTo>
                  <a:pt x="1337056" y="642493"/>
                </a:lnTo>
                <a:lnTo>
                  <a:pt x="1406906" y="643382"/>
                </a:lnTo>
                <a:lnTo>
                  <a:pt x="1407160" y="630682"/>
                </a:lnTo>
                <a:lnTo>
                  <a:pt x="1337183" y="629793"/>
                </a:lnTo>
                <a:lnTo>
                  <a:pt x="1268348" y="627380"/>
                </a:lnTo>
                <a:lnTo>
                  <a:pt x="1200658" y="623316"/>
                </a:lnTo>
                <a:lnTo>
                  <a:pt x="1133856" y="617728"/>
                </a:lnTo>
                <a:lnTo>
                  <a:pt x="1068324" y="610616"/>
                </a:lnTo>
                <a:lnTo>
                  <a:pt x="1004062" y="602107"/>
                </a:lnTo>
                <a:lnTo>
                  <a:pt x="941070" y="592074"/>
                </a:lnTo>
                <a:lnTo>
                  <a:pt x="879601" y="580644"/>
                </a:lnTo>
                <a:lnTo>
                  <a:pt x="819658" y="568071"/>
                </a:lnTo>
                <a:lnTo>
                  <a:pt x="761238" y="553974"/>
                </a:lnTo>
                <a:lnTo>
                  <a:pt x="704596" y="538734"/>
                </a:lnTo>
                <a:lnTo>
                  <a:pt x="649604" y="522224"/>
                </a:lnTo>
                <a:lnTo>
                  <a:pt x="596646" y="504444"/>
                </a:lnTo>
                <a:lnTo>
                  <a:pt x="545464" y="485648"/>
                </a:lnTo>
                <a:lnTo>
                  <a:pt x="496442" y="465709"/>
                </a:lnTo>
                <a:lnTo>
                  <a:pt x="449452" y="444627"/>
                </a:lnTo>
                <a:lnTo>
                  <a:pt x="404749" y="422656"/>
                </a:lnTo>
                <a:lnTo>
                  <a:pt x="362331" y="399669"/>
                </a:lnTo>
                <a:lnTo>
                  <a:pt x="322199" y="375793"/>
                </a:lnTo>
                <a:lnTo>
                  <a:pt x="284607" y="350901"/>
                </a:lnTo>
                <a:lnTo>
                  <a:pt x="249554" y="325247"/>
                </a:lnTo>
                <a:lnTo>
                  <a:pt x="217170" y="298831"/>
                </a:lnTo>
                <a:lnTo>
                  <a:pt x="187451" y="271653"/>
                </a:lnTo>
                <a:lnTo>
                  <a:pt x="160527" y="243586"/>
                </a:lnTo>
                <a:lnTo>
                  <a:pt x="125602" y="200533"/>
                </a:lnTo>
                <a:lnTo>
                  <a:pt x="97409" y="155956"/>
                </a:lnTo>
                <a:lnTo>
                  <a:pt x="76326" y="110363"/>
                </a:lnTo>
                <a:lnTo>
                  <a:pt x="62357" y="63627"/>
                </a:lnTo>
                <a:lnTo>
                  <a:pt x="58070" y="38323"/>
                </a:lnTo>
                <a:lnTo>
                  <a:pt x="49887" y="25204"/>
                </a:lnTo>
                <a:close/>
              </a:path>
              <a:path w="1407159" h="643889">
                <a:moveTo>
                  <a:pt x="49149" y="0"/>
                </a:moveTo>
                <a:lnTo>
                  <a:pt x="0" y="90043"/>
                </a:lnTo>
                <a:lnTo>
                  <a:pt x="1142" y="93980"/>
                </a:lnTo>
                <a:lnTo>
                  <a:pt x="4190" y="95631"/>
                </a:lnTo>
                <a:lnTo>
                  <a:pt x="7365" y="97282"/>
                </a:lnTo>
                <a:lnTo>
                  <a:pt x="11175" y="96139"/>
                </a:lnTo>
                <a:lnTo>
                  <a:pt x="44717" y="34678"/>
                </a:lnTo>
                <a:lnTo>
                  <a:pt x="44576" y="33655"/>
                </a:lnTo>
                <a:lnTo>
                  <a:pt x="43307" y="17018"/>
                </a:lnTo>
                <a:lnTo>
                  <a:pt x="43179" y="12700"/>
                </a:lnTo>
                <a:lnTo>
                  <a:pt x="55879" y="12446"/>
                </a:lnTo>
                <a:lnTo>
                  <a:pt x="56913" y="12446"/>
                </a:lnTo>
                <a:lnTo>
                  <a:pt x="49149" y="0"/>
                </a:lnTo>
                <a:close/>
              </a:path>
              <a:path w="1407159" h="643889">
                <a:moveTo>
                  <a:pt x="56913" y="12446"/>
                </a:moveTo>
                <a:lnTo>
                  <a:pt x="55879" y="12446"/>
                </a:lnTo>
                <a:lnTo>
                  <a:pt x="55993" y="15621"/>
                </a:lnTo>
                <a:lnTo>
                  <a:pt x="57150" y="31877"/>
                </a:lnTo>
                <a:lnTo>
                  <a:pt x="58070" y="38323"/>
                </a:lnTo>
                <a:lnTo>
                  <a:pt x="90882" y="90932"/>
                </a:lnTo>
                <a:lnTo>
                  <a:pt x="92583" y="93726"/>
                </a:lnTo>
                <a:lnTo>
                  <a:pt x="96520" y="94742"/>
                </a:lnTo>
                <a:lnTo>
                  <a:pt x="99440" y="92837"/>
                </a:lnTo>
                <a:lnTo>
                  <a:pt x="102488" y="90932"/>
                </a:lnTo>
                <a:lnTo>
                  <a:pt x="103377" y="87122"/>
                </a:lnTo>
                <a:lnTo>
                  <a:pt x="101600" y="84074"/>
                </a:lnTo>
                <a:lnTo>
                  <a:pt x="56913" y="12446"/>
                </a:lnTo>
                <a:close/>
              </a:path>
              <a:path w="1407159" h="643889">
                <a:moveTo>
                  <a:pt x="55993" y="15621"/>
                </a:moveTo>
                <a:lnTo>
                  <a:pt x="55117" y="15621"/>
                </a:lnTo>
                <a:lnTo>
                  <a:pt x="49887" y="25204"/>
                </a:lnTo>
                <a:lnTo>
                  <a:pt x="58070" y="38323"/>
                </a:lnTo>
                <a:lnTo>
                  <a:pt x="57150" y="31877"/>
                </a:lnTo>
                <a:lnTo>
                  <a:pt x="55993" y="15621"/>
                </a:lnTo>
                <a:close/>
              </a:path>
              <a:path w="1407159" h="643889">
                <a:moveTo>
                  <a:pt x="55879" y="12446"/>
                </a:moveTo>
                <a:lnTo>
                  <a:pt x="43179" y="12700"/>
                </a:lnTo>
                <a:lnTo>
                  <a:pt x="43307" y="17018"/>
                </a:lnTo>
                <a:lnTo>
                  <a:pt x="44576" y="33655"/>
                </a:lnTo>
                <a:lnTo>
                  <a:pt x="44717" y="34678"/>
                </a:lnTo>
                <a:lnTo>
                  <a:pt x="49887" y="25204"/>
                </a:lnTo>
                <a:lnTo>
                  <a:pt x="44069" y="15875"/>
                </a:lnTo>
                <a:lnTo>
                  <a:pt x="55117" y="15621"/>
                </a:lnTo>
                <a:lnTo>
                  <a:pt x="55993" y="15621"/>
                </a:lnTo>
                <a:lnTo>
                  <a:pt x="55879" y="12446"/>
                </a:lnTo>
                <a:close/>
              </a:path>
              <a:path w="1407159" h="643889">
                <a:moveTo>
                  <a:pt x="55117" y="15621"/>
                </a:moveTo>
                <a:lnTo>
                  <a:pt x="44069" y="15875"/>
                </a:lnTo>
                <a:lnTo>
                  <a:pt x="49887" y="25204"/>
                </a:lnTo>
                <a:lnTo>
                  <a:pt x="55117" y="1562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59554" y="4136135"/>
            <a:ext cx="1409065" cy="643890"/>
          </a:xfrm>
          <a:custGeom>
            <a:avLst/>
            <a:gdLst/>
            <a:ahLst/>
            <a:cxnLst/>
            <a:rect l="l" t="t" r="r" b="b"/>
            <a:pathLst>
              <a:path w="1409064" h="643889">
                <a:moveTo>
                  <a:pt x="49887" y="25204"/>
                </a:moveTo>
                <a:lnTo>
                  <a:pt x="44813" y="34501"/>
                </a:lnTo>
                <a:lnTo>
                  <a:pt x="46862" y="50291"/>
                </a:lnTo>
                <a:lnTo>
                  <a:pt x="50037" y="66675"/>
                </a:lnTo>
                <a:lnTo>
                  <a:pt x="64516" y="115188"/>
                </a:lnTo>
                <a:lnTo>
                  <a:pt x="86487" y="162306"/>
                </a:lnTo>
                <a:lnTo>
                  <a:pt x="115443" y="208152"/>
                </a:lnTo>
                <a:lnTo>
                  <a:pt x="151384" y="252221"/>
                </a:lnTo>
                <a:lnTo>
                  <a:pt x="178816" y="280796"/>
                </a:lnTo>
                <a:lnTo>
                  <a:pt x="209169" y="308482"/>
                </a:lnTo>
                <a:lnTo>
                  <a:pt x="242062" y="335406"/>
                </a:lnTo>
                <a:lnTo>
                  <a:pt x="277749" y="361441"/>
                </a:lnTo>
                <a:lnTo>
                  <a:pt x="315849" y="386588"/>
                </a:lnTo>
                <a:lnTo>
                  <a:pt x="356489" y="410718"/>
                </a:lnTo>
                <a:lnTo>
                  <a:pt x="399542" y="434086"/>
                </a:lnTo>
                <a:lnTo>
                  <a:pt x="444754" y="456183"/>
                </a:lnTo>
                <a:lnTo>
                  <a:pt x="492125" y="477519"/>
                </a:lnTo>
                <a:lnTo>
                  <a:pt x="541655" y="497586"/>
                </a:lnTo>
                <a:lnTo>
                  <a:pt x="593217" y="516508"/>
                </a:lnTo>
                <a:lnTo>
                  <a:pt x="646684" y="534288"/>
                </a:lnTo>
                <a:lnTo>
                  <a:pt x="702056" y="550926"/>
                </a:lnTo>
                <a:lnTo>
                  <a:pt x="759079" y="566293"/>
                </a:lnTo>
                <a:lnTo>
                  <a:pt x="817880" y="580516"/>
                </a:lnTo>
                <a:lnTo>
                  <a:pt x="878332" y="593216"/>
                </a:lnTo>
                <a:lnTo>
                  <a:pt x="940181" y="604646"/>
                </a:lnTo>
                <a:lnTo>
                  <a:pt x="1003427" y="614680"/>
                </a:lnTo>
                <a:lnTo>
                  <a:pt x="1068070" y="623188"/>
                </a:lnTo>
                <a:lnTo>
                  <a:pt x="1134110" y="630427"/>
                </a:lnTo>
                <a:lnTo>
                  <a:pt x="1201166" y="636015"/>
                </a:lnTo>
                <a:lnTo>
                  <a:pt x="1269365" y="640080"/>
                </a:lnTo>
                <a:lnTo>
                  <a:pt x="1338580" y="642493"/>
                </a:lnTo>
                <a:lnTo>
                  <a:pt x="1408430" y="643382"/>
                </a:lnTo>
                <a:lnTo>
                  <a:pt x="1408684" y="630682"/>
                </a:lnTo>
                <a:lnTo>
                  <a:pt x="1338707" y="629793"/>
                </a:lnTo>
                <a:lnTo>
                  <a:pt x="1269873" y="627380"/>
                </a:lnTo>
                <a:lnTo>
                  <a:pt x="1201928" y="623315"/>
                </a:lnTo>
                <a:lnTo>
                  <a:pt x="1135126" y="617727"/>
                </a:lnTo>
                <a:lnTo>
                  <a:pt x="1069467" y="610615"/>
                </a:lnTo>
                <a:lnTo>
                  <a:pt x="1005205" y="602107"/>
                </a:lnTo>
                <a:lnTo>
                  <a:pt x="942213" y="592074"/>
                </a:lnTo>
                <a:lnTo>
                  <a:pt x="880618" y="580644"/>
                </a:lnTo>
                <a:lnTo>
                  <a:pt x="820547" y="568070"/>
                </a:lnTo>
                <a:lnTo>
                  <a:pt x="762000" y="553974"/>
                </a:lnTo>
                <a:lnTo>
                  <a:pt x="705358" y="538733"/>
                </a:lnTo>
                <a:lnTo>
                  <a:pt x="650240" y="522224"/>
                </a:lnTo>
                <a:lnTo>
                  <a:pt x="597281" y="504444"/>
                </a:lnTo>
                <a:lnTo>
                  <a:pt x="546100" y="485647"/>
                </a:lnTo>
                <a:lnTo>
                  <a:pt x="496950" y="465708"/>
                </a:lnTo>
                <a:lnTo>
                  <a:pt x="449834" y="444626"/>
                </a:lnTo>
                <a:lnTo>
                  <a:pt x="405130" y="422656"/>
                </a:lnTo>
                <a:lnTo>
                  <a:pt x="362712" y="399669"/>
                </a:lnTo>
                <a:lnTo>
                  <a:pt x="322453" y="375793"/>
                </a:lnTo>
                <a:lnTo>
                  <a:pt x="284861" y="350900"/>
                </a:lnTo>
                <a:lnTo>
                  <a:pt x="249809" y="325246"/>
                </a:lnTo>
                <a:lnTo>
                  <a:pt x="217297" y="298831"/>
                </a:lnTo>
                <a:lnTo>
                  <a:pt x="187579" y="271652"/>
                </a:lnTo>
                <a:lnTo>
                  <a:pt x="160655" y="243586"/>
                </a:lnTo>
                <a:lnTo>
                  <a:pt x="125730" y="200532"/>
                </a:lnTo>
                <a:lnTo>
                  <a:pt x="97409" y="155956"/>
                </a:lnTo>
                <a:lnTo>
                  <a:pt x="76327" y="110362"/>
                </a:lnTo>
                <a:lnTo>
                  <a:pt x="62357" y="63626"/>
                </a:lnTo>
                <a:lnTo>
                  <a:pt x="58167" y="38478"/>
                </a:lnTo>
                <a:lnTo>
                  <a:pt x="49887" y="25204"/>
                </a:lnTo>
                <a:close/>
              </a:path>
              <a:path w="1409064" h="643889">
                <a:moveTo>
                  <a:pt x="49149" y="0"/>
                </a:moveTo>
                <a:lnTo>
                  <a:pt x="0" y="90043"/>
                </a:lnTo>
                <a:lnTo>
                  <a:pt x="1143" y="93980"/>
                </a:lnTo>
                <a:lnTo>
                  <a:pt x="4191" y="95631"/>
                </a:lnTo>
                <a:lnTo>
                  <a:pt x="7366" y="97281"/>
                </a:lnTo>
                <a:lnTo>
                  <a:pt x="11175" y="96138"/>
                </a:lnTo>
                <a:lnTo>
                  <a:pt x="44813" y="34501"/>
                </a:lnTo>
                <a:lnTo>
                  <a:pt x="44704" y="33655"/>
                </a:lnTo>
                <a:lnTo>
                  <a:pt x="43307" y="17018"/>
                </a:lnTo>
                <a:lnTo>
                  <a:pt x="43180" y="12700"/>
                </a:lnTo>
                <a:lnTo>
                  <a:pt x="55880" y="12445"/>
                </a:lnTo>
                <a:lnTo>
                  <a:pt x="56896" y="12445"/>
                </a:lnTo>
                <a:lnTo>
                  <a:pt x="49149" y="0"/>
                </a:lnTo>
                <a:close/>
              </a:path>
              <a:path w="1409064" h="643889">
                <a:moveTo>
                  <a:pt x="56896" y="12445"/>
                </a:moveTo>
                <a:lnTo>
                  <a:pt x="55880" y="12445"/>
                </a:lnTo>
                <a:lnTo>
                  <a:pt x="55993" y="15620"/>
                </a:lnTo>
                <a:lnTo>
                  <a:pt x="56088" y="17018"/>
                </a:lnTo>
                <a:lnTo>
                  <a:pt x="57277" y="31876"/>
                </a:lnTo>
                <a:lnTo>
                  <a:pt x="58167" y="38478"/>
                </a:lnTo>
                <a:lnTo>
                  <a:pt x="90882" y="90931"/>
                </a:lnTo>
                <a:lnTo>
                  <a:pt x="92583" y="93725"/>
                </a:lnTo>
                <a:lnTo>
                  <a:pt x="96520" y="94741"/>
                </a:lnTo>
                <a:lnTo>
                  <a:pt x="99441" y="92837"/>
                </a:lnTo>
                <a:lnTo>
                  <a:pt x="102489" y="90931"/>
                </a:lnTo>
                <a:lnTo>
                  <a:pt x="103378" y="87121"/>
                </a:lnTo>
                <a:lnTo>
                  <a:pt x="56896" y="12445"/>
                </a:lnTo>
                <a:close/>
              </a:path>
              <a:path w="1409064" h="643889">
                <a:moveTo>
                  <a:pt x="55993" y="15620"/>
                </a:moveTo>
                <a:lnTo>
                  <a:pt x="55118" y="15620"/>
                </a:lnTo>
                <a:lnTo>
                  <a:pt x="49887" y="25204"/>
                </a:lnTo>
                <a:lnTo>
                  <a:pt x="58167" y="38478"/>
                </a:lnTo>
                <a:lnTo>
                  <a:pt x="57277" y="31876"/>
                </a:lnTo>
                <a:lnTo>
                  <a:pt x="56088" y="17018"/>
                </a:lnTo>
                <a:lnTo>
                  <a:pt x="55993" y="15620"/>
                </a:lnTo>
                <a:close/>
              </a:path>
              <a:path w="1409064" h="643889">
                <a:moveTo>
                  <a:pt x="55880" y="12445"/>
                </a:moveTo>
                <a:lnTo>
                  <a:pt x="43180" y="12700"/>
                </a:lnTo>
                <a:lnTo>
                  <a:pt x="43307" y="17018"/>
                </a:lnTo>
                <a:lnTo>
                  <a:pt x="44704" y="33655"/>
                </a:lnTo>
                <a:lnTo>
                  <a:pt x="44813" y="34501"/>
                </a:lnTo>
                <a:lnTo>
                  <a:pt x="49887" y="25204"/>
                </a:lnTo>
                <a:lnTo>
                  <a:pt x="44069" y="15875"/>
                </a:lnTo>
                <a:lnTo>
                  <a:pt x="55118" y="15620"/>
                </a:lnTo>
                <a:lnTo>
                  <a:pt x="55993" y="15620"/>
                </a:lnTo>
                <a:lnTo>
                  <a:pt x="55880" y="12445"/>
                </a:lnTo>
                <a:close/>
              </a:path>
              <a:path w="1409064" h="643889">
                <a:moveTo>
                  <a:pt x="55118" y="15620"/>
                </a:moveTo>
                <a:lnTo>
                  <a:pt x="44069" y="15875"/>
                </a:lnTo>
                <a:lnTo>
                  <a:pt x="49887" y="25204"/>
                </a:lnTo>
                <a:lnTo>
                  <a:pt x="55118" y="1562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536827" y="2034285"/>
            <a:ext cx="4272280" cy="2016760"/>
            <a:chOff x="1536827" y="2034285"/>
            <a:chExt cx="4272280" cy="2016760"/>
          </a:xfrm>
        </p:grpSpPr>
        <p:sp>
          <p:nvSpPr>
            <p:cNvPr id="21" name="object 21"/>
            <p:cNvSpPr/>
            <p:nvPr/>
          </p:nvSpPr>
          <p:spPr>
            <a:xfrm>
              <a:off x="1536827" y="2034285"/>
              <a:ext cx="4272280" cy="2016760"/>
            </a:xfrm>
            <a:custGeom>
              <a:avLst/>
              <a:gdLst/>
              <a:ahLst/>
              <a:cxnLst/>
              <a:rect l="l" t="t" r="r" b="b"/>
              <a:pathLst>
                <a:path w="4272280" h="2016760">
                  <a:moveTo>
                    <a:pt x="1214120" y="1184148"/>
                  </a:moveTo>
                  <a:lnTo>
                    <a:pt x="1154176" y="1183259"/>
                  </a:lnTo>
                  <a:lnTo>
                    <a:pt x="1095248" y="1180846"/>
                  </a:lnTo>
                  <a:lnTo>
                    <a:pt x="1037209" y="1176782"/>
                  </a:lnTo>
                  <a:lnTo>
                    <a:pt x="980059" y="1171194"/>
                  </a:lnTo>
                  <a:lnTo>
                    <a:pt x="923798" y="1164082"/>
                  </a:lnTo>
                  <a:lnTo>
                    <a:pt x="868680" y="1155573"/>
                  </a:lnTo>
                  <a:lnTo>
                    <a:pt x="814832" y="1145540"/>
                  </a:lnTo>
                  <a:lnTo>
                    <a:pt x="762127" y="1134237"/>
                  </a:lnTo>
                  <a:lnTo>
                    <a:pt x="710819" y="1121537"/>
                  </a:lnTo>
                  <a:lnTo>
                    <a:pt x="660781" y="1107567"/>
                  </a:lnTo>
                  <a:lnTo>
                    <a:pt x="612140" y="1092200"/>
                  </a:lnTo>
                  <a:lnTo>
                    <a:pt x="565150" y="1075690"/>
                  </a:lnTo>
                  <a:lnTo>
                    <a:pt x="519684" y="1058037"/>
                  </a:lnTo>
                  <a:lnTo>
                    <a:pt x="475869" y="1039241"/>
                  </a:lnTo>
                  <a:lnTo>
                    <a:pt x="433832" y="1019302"/>
                  </a:lnTo>
                  <a:lnTo>
                    <a:pt x="393700" y="998220"/>
                  </a:lnTo>
                  <a:lnTo>
                    <a:pt x="355346" y="976249"/>
                  </a:lnTo>
                  <a:lnTo>
                    <a:pt x="319024" y="953262"/>
                  </a:lnTo>
                  <a:lnTo>
                    <a:pt x="284607" y="929386"/>
                  </a:lnTo>
                  <a:lnTo>
                    <a:pt x="252476" y="904621"/>
                  </a:lnTo>
                  <a:lnTo>
                    <a:pt x="222377" y="878967"/>
                  </a:lnTo>
                  <a:lnTo>
                    <a:pt x="194691" y="852551"/>
                  </a:lnTo>
                  <a:lnTo>
                    <a:pt x="157353" y="811530"/>
                  </a:lnTo>
                  <a:lnTo>
                    <a:pt x="125603" y="768858"/>
                  </a:lnTo>
                  <a:lnTo>
                    <a:pt x="99441" y="724789"/>
                  </a:lnTo>
                  <a:lnTo>
                    <a:pt x="79121" y="679450"/>
                  </a:lnTo>
                  <a:lnTo>
                    <a:pt x="65151" y="633095"/>
                  </a:lnTo>
                  <a:lnTo>
                    <a:pt x="58204" y="591578"/>
                  </a:lnTo>
                  <a:lnTo>
                    <a:pt x="90678" y="644525"/>
                  </a:lnTo>
                  <a:lnTo>
                    <a:pt x="92583" y="647446"/>
                  </a:lnTo>
                  <a:lnTo>
                    <a:pt x="96520" y="648462"/>
                  </a:lnTo>
                  <a:lnTo>
                    <a:pt x="99441" y="646557"/>
                  </a:lnTo>
                  <a:lnTo>
                    <a:pt x="102489" y="644779"/>
                  </a:lnTo>
                  <a:lnTo>
                    <a:pt x="103378" y="640842"/>
                  </a:lnTo>
                  <a:lnTo>
                    <a:pt x="101587" y="637921"/>
                  </a:lnTo>
                  <a:lnTo>
                    <a:pt x="57302" y="565912"/>
                  </a:lnTo>
                  <a:lnTo>
                    <a:pt x="49657" y="553466"/>
                  </a:lnTo>
                  <a:lnTo>
                    <a:pt x="1651" y="640207"/>
                  </a:lnTo>
                  <a:lnTo>
                    <a:pt x="0" y="643255"/>
                  </a:lnTo>
                  <a:lnTo>
                    <a:pt x="1143" y="647065"/>
                  </a:lnTo>
                  <a:lnTo>
                    <a:pt x="4191" y="648843"/>
                  </a:lnTo>
                  <a:lnTo>
                    <a:pt x="7239" y="650494"/>
                  </a:lnTo>
                  <a:lnTo>
                    <a:pt x="11176" y="649351"/>
                  </a:lnTo>
                  <a:lnTo>
                    <a:pt x="12827" y="646303"/>
                  </a:lnTo>
                  <a:lnTo>
                    <a:pt x="44970" y="588137"/>
                  </a:lnTo>
                  <a:lnTo>
                    <a:pt x="52832" y="636143"/>
                  </a:lnTo>
                  <a:lnTo>
                    <a:pt x="67437" y="684276"/>
                  </a:lnTo>
                  <a:lnTo>
                    <a:pt x="88265" y="730885"/>
                  </a:lnTo>
                  <a:lnTo>
                    <a:pt x="115062" y="776224"/>
                  </a:lnTo>
                  <a:lnTo>
                    <a:pt x="147701" y="819658"/>
                  </a:lnTo>
                  <a:lnTo>
                    <a:pt x="185801" y="861695"/>
                  </a:lnTo>
                  <a:lnTo>
                    <a:pt x="214122" y="888619"/>
                  </a:lnTo>
                  <a:lnTo>
                    <a:pt x="244602" y="914654"/>
                  </a:lnTo>
                  <a:lnTo>
                    <a:pt x="277368" y="939927"/>
                  </a:lnTo>
                  <a:lnTo>
                    <a:pt x="312166" y="964057"/>
                  </a:lnTo>
                  <a:lnTo>
                    <a:pt x="348996" y="987298"/>
                  </a:lnTo>
                  <a:lnTo>
                    <a:pt x="387858" y="1009523"/>
                  </a:lnTo>
                  <a:lnTo>
                    <a:pt x="428371" y="1030732"/>
                  </a:lnTo>
                  <a:lnTo>
                    <a:pt x="470916" y="1050925"/>
                  </a:lnTo>
                  <a:lnTo>
                    <a:pt x="515112" y="1069848"/>
                  </a:lnTo>
                  <a:lnTo>
                    <a:pt x="560959" y="1087755"/>
                  </a:lnTo>
                  <a:lnTo>
                    <a:pt x="608457" y="1104392"/>
                  </a:lnTo>
                  <a:lnTo>
                    <a:pt x="657352" y="1119759"/>
                  </a:lnTo>
                  <a:lnTo>
                    <a:pt x="707771" y="1133856"/>
                  </a:lnTo>
                  <a:lnTo>
                    <a:pt x="759460" y="1146556"/>
                  </a:lnTo>
                  <a:lnTo>
                    <a:pt x="812546" y="1158113"/>
                  </a:lnTo>
                  <a:lnTo>
                    <a:pt x="866775" y="1168146"/>
                  </a:lnTo>
                  <a:lnTo>
                    <a:pt x="922147" y="1176655"/>
                  </a:lnTo>
                  <a:lnTo>
                    <a:pt x="978789" y="1183894"/>
                  </a:lnTo>
                  <a:lnTo>
                    <a:pt x="1036320" y="1189482"/>
                  </a:lnTo>
                  <a:lnTo>
                    <a:pt x="1094613" y="1193546"/>
                  </a:lnTo>
                  <a:lnTo>
                    <a:pt x="1154049" y="1195959"/>
                  </a:lnTo>
                  <a:lnTo>
                    <a:pt x="1213866" y="1196848"/>
                  </a:lnTo>
                  <a:lnTo>
                    <a:pt x="1214120" y="1184148"/>
                  </a:lnTo>
                  <a:close/>
                </a:path>
                <a:path w="4272280" h="2016760">
                  <a:moveTo>
                    <a:pt x="2378456" y="2004060"/>
                  </a:moveTo>
                  <a:lnTo>
                    <a:pt x="2318512" y="2003171"/>
                  </a:lnTo>
                  <a:lnTo>
                    <a:pt x="2259584" y="2000758"/>
                  </a:lnTo>
                  <a:lnTo>
                    <a:pt x="2201545" y="1996694"/>
                  </a:lnTo>
                  <a:lnTo>
                    <a:pt x="2144395" y="1991106"/>
                  </a:lnTo>
                  <a:lnTo>
                    <a:pt x="2088134" y="1983994"/>
                  </a:lnTo>
                  <a:lnTo>
                    <a:pt x="2033016" y="1975485"/>
                  </a:lnTo>
                  <a:lnTo>
                    <a:pt x="1979168" y="1965452"/>
                  </a:lnTo>
                  <a:lnTo>
                    <a:pt x="1926463" y="1954022"/>
                  </a:lnTo>
                  <a:lnTo>
                    <a:pt x="1875155" y="1941322"/>
                  </a:lnTo>
                  <a:lnTo>
                    <a:pt x="1825117" y="1927225"/>
                  </a:lnTo>
                  <a:lnTo>
                    <a:pt x="1776476" y="1911985"/>
                  </a:lnTo>
                  <a:lnTo>
                    <a:pt x="1729486" y="1895348"/>
                  </a:lnTo>
                  <a:lnTo>
                    <a:pt x="1684020" y="1877568"/>
                  </a:lnTo>
                  <a:lnTo>
                    <a:pt x="1640332" y="1858772"/>
                  </a:lnTo>
                  <a:lnTo>
                    <a:pt x="1598168" y="1838833"/>
                  </a:lnTo>
                  <a:lnTo>
                    <a:pt x="1558036" y="1817751"/>
                  </a:lnTo>
                  <a:lnTo>
                    <a:pt x="1519682" y="1795780"/>
                  </a:lnTo>
                  <a:lnTo>
                    <a:pt x="1483360" y="1772666"/>
                  </a:lnTo>
                  <a:lnTo>
                    <a:pt x="1448943" y="1748663"/>
                  </a:lnTo>
                  <a:lnTo>
                    <a:pt x="1416812" y="1723771"/>
                  </a:lnTo>
                  <a:lnTo>
                    <a:pt x="1386713" y="1698117"/>
                  </a:lnTo>
                  <a:lnTo>
                    <a:pt x="1359027" y="1671701"/>
                  </a:lnTo>
                  <a:lnTo>
                    <a:pt x="1321689" y="1630553"/>
                  </a:lnTo>
                  <a:lnTo>
                    <a:pt x="1289939" y="1587754"/>
                  </a:lnTo>
                  <a:lnTo>
                    <a:pt x="1263777" y="1543570"/>
                  </a:lnTo>
                  <a:lnTo>
                    <a:pt x="1243457" y="1498219"/>
                  </a:lnTo>
                  <a:lnTo>
                    <a:pt x="1229487" y="1451610"/>
                  </a:lnTo>
                  <a:lnTo>
                    <a:pt x="1222527" y="1409941"/>
                  </a:lnTo>
                  <a:lnTo>
                    <a:pt x="1255014" y="1462913"/>
                  </a:lnTo>
                  <a:lnTo>
                    <a:pt x="1256919" y="1465834"/>
                  </a:lnTo>
                  <a:lnTo>
                    <a:pt x="1260856" y="1466850"/>
                  </a:lnTo>
                  <a:lnTo>
                    <a:pt x="1263777" y="1464945"/>
                  </a:lnTo>
                  <a:lnTo>
                    <a:pt x="1266825" y="1463167"/>
                  </a:lnTo>
                  <a:lnTo>
                    <a:pt x="1267714" y="1459230"/>
                  </a:lnTo>
                  <a:lnTo>
                    <a:pt x="1265936" y="1456309"/>
                  </a:lnTo>
                  <a:lnTo>
                    <a:pt x="1221638" y="1384300"/>
                  </a:lnTo>
                  <a:lnTo>
                    <a:pt x="1213993" y="1371854"/>
                  </a:lnTo>
                  <a:lnTo>
                    <a:pt x="1165987" y="1458595"/>
                  </a:lnTo>
                  <a:lnTo>
                    <a:pt x="1164336" y="1461643"/>
                  </a:lnTo>
                  <a:lnTo>
                    <a:pt x="1165479" y="1465453"/>
                  </a:lnTo>
                  <a:lnTo>
                    <a:pt x="1168527" y="1467231"/>
                  </a:lnTo>
                  <a:lnTo>
                    <a:pt x="1171575" y="1468882"/>
                  </a:lnTo>
                  <a:lnTo>
                    <a:pt x="1175512" y="1467739"/>
                  </a:lnTo>
                  <a:lnTo>
                    <a:pt x="1177163" y="1464691"/>
                  </a:lnTo>
                  <a:lnTo>
                    <a:pt x="1209294" y="1406550"/>
                  </a:lnTo>
                  <a:lnTo>
                    <a:pt x="1217168" y="1454785"/>
                  </a:lnTo>
                  <a:lnTo>
                    <a:pt x="1231773" y="1502918"/>
                  </a:lnTo>
                  <a:lnTo>
                    <a:pt x="1252601" y="1549654"/>
                  </a:lnTo>
                  <a:lnTo>
                    <a:pt x="1279398" y="1594993"/>
                  </a:lnTo>
                  <a:lnTo>
                    <a:pt x="1312037" y="1638808"/>
                  </a:lnTo>
                  <a:lnTo>
                    <a:pt x="1350137" y="1680845"/>
                  </a:lnTo>
                  <a:lnTo>
                    <a:pt x="1378458" y="1707769"/>
                  </a:lnTo>
                  <a:lnTo>
                    <a:pt x="1408938" y="1733931"/>
                  </a:lnTo>
                  <a:lnTo>
                    <a:pt x="1441704" y="1759077"/>
                  </a:lnTo>
                  <a:lnTo>
                    <a:pt x="1476502" y="1783461"/>
                  </a:lnTo>
                  <a:lnTo>
                    <a:pt x="1513332" y="1806702"/>
                  </a:lnTo>
                  <a:lnTo>
                    <a:pt x="1552194" y="1829054"/>
                  </a:lnTo>
                  <a:lnTo>
                    <a:pt x="1592707" y="1850263"/>
                  </a:lnTo>
                  <a:lnTo>
                    <a:pt x="1635252" y="1870456"/>
                  </a:lnTo>
                  <a:lnTo>
                    <a:pt x="1679448" y="1889506"/>
                  </a:lnTo>
                  <a:lnTo>
                    <a:pt x="1725295" y="1907286"/>
                  </a:lnTo>
                  <a:lnTo>
                    <a:pt x="1772793" y="1924050"/>
                  </a:lnTo>
                  <a:lnTo>
                    <a:pt x="1821688" y="1939417"/>
                  </a:lnTo>
                  <a:lnTo>
                    <a:pt x="1872107" y="1953641"/>
                  </a:lnTo>
                  <a:lnTo>
                    <a:pt x="1923796" y="1966468"/>
                  </a:lnTo>
                  <a:lnTo>
                    <a:pt x="1976882" y="1977898"/>
                  </a:lnTo>
                  <a:lnTo>
                    <a:pt x="2031111" y="1988058"/>
                  </a:lnTo>
                  <a:lnTo>
                    <a:pt x="2086483" y="1996567"/>
                  </a:lnTo>
                  <a:lnTo>
                    <a:pt x="2143125" y="2003806"/>
                  </a:lnTo>
                  <a:lnTo>
                    <a:pt x="2200656" y="2009394"/>
                  </a:lnTo>
                  <a:lnTo>
                    <a:pt x="2258949" y="2013458"/>
                  </a:lnTo>
                  <a:lnTo>
                    <a:pt x="2318385" y="2015871"/>
                  </a:lnTo>
                  <a:lnTo>
                    <a:pt x="2378202" y="2016760"/>
                  </a:lnTo>
                  <a:lnTo>
                    <a:pt x="2378456" y="2004060"/>
                  </a:lnTo>
                  <a:close/>
                </a:path>
                <a:path w="4272280" h="2016760">
                  <a:moveTo>
                    <a:pt x="2621534" y="553593"/>
                  </a:moveTo>
                  <a:lnTo>
                    <a:pt x="2620391" y="549783"/>
                  </a:lnTo>
                  <a:lnTo>
                    <a:pt x="2617343" y="548005"/>
                  </a:lnTo>
                  <a:lnTo>
                    <a:pt x="2614295" y="546354"/>
                  </a:lnTo>
                  <a:lnTo>
                    <a:pt x="2610358" y="547497"/>
                  </a:lnTo>
                  <a:lnTo>
                    <a:pt x="2608707" y="550545"/>
                  </a:lnTo>
                  <a:lnTo>
                    <a:pt x="2576563" y="608698"/>
                  </a:lnTo>
                  <a:lnTo>
                    <a:pt x="2569464" y="560832"/>
                  </a:lnTo>
                  <a:lnTo>
                    <a:pt x="2556129" y="512826"/>
                  </a:lnTo>
                  <a:lnTo>
                    <a:pt x="2537079" y="466217"/>
                  </a:lnTo>
                  <a:lnTo>
                    <a:pt x="2512441" y="421005"/>
                  </a:lnTo>
                  <a:lnTo>
                    <a:pt x="2471547" y="363093"/>
                  </a:lnTo>
                  <a:lnTo>
                    <a:pt x="2421763" y="308356"/>
                  </a:lnTo>
                  <a:lnTo>
                    <a:pt x="2393696" y="282321"/>
                  </a:lnTo>
                  <a:lnTo>
                    <a:pt x="2363851" y="257175"/>
                  </a:lnTo>
                  <a:lnTo>
                    <a:pt x="2331974" y="232918"/>
                  </a:lnTo>
                  <a:lnTo>
                    <a:pt x="2298192" y="209677"/>
                  </a:lnTo>
                  <a:lnTo>
                    <a:pt x="2262632" y="187452"/>
                  </a:lnTo>
                  <a:lnTo>
                    <a:pt x="2225294" y="166243"/>
                  </a:lnTo>
                  <a:lnTo>
                    <a:pt x="2186305" y="146050"/>
                  </a:lnTo>
                  <a:lnTo>
                    <a:pt x="2145792" y="127127"/>
                  </a:lnTo>
                  <a:lnTo>
                    <a:pt x="2103755" y="109220"/>
                  </a:lnTo>
                  <a:lnTo>
                    <a:pt x="2060321" y="92583"/>
                  </a:lnTo>
                  <a:lnTo>
                    <a:pt x="2015490" y="77089"/>
                  </a:lnTo>
                  <a:lnTo>
                    <a:pt x="1969262" y="63119"/>
                  </a:lnTo>
                  <a:lnTo>
                    <a:pt x="1921764" y="50292"/>
                  </a:lnTo>
                  <a:lnTo>
                    <a:pt x="1873123" y="38735"/>
                  </a:lnTo>
                  <a:lnTo>
                    <a:pt x="1823466" y="28702"/>
                  </a:lnTo>
                  <a:lnTo>
                    <a:pt x="1772526" y="20193"/>
                  </a:lnTo>
                  <a:lnTo>
                    <a:pt x="1720723" y="12954"/>
                  </a:lnTo>
                  <a:lnTo>
                    <a:pt x="1668018" y="7366"/>
                  </a:lnTo>
                  <a:lnTo>
                    <a:pt x="1614424" y="3302"/>
                  </a:lnTo>
                  <a:lnTo>
                    <a:pt x="1560068" y="889"/>
                  </a:lnTo>
                  <a:lnTo>
                    <a:pt x="1505204" y="0"/>
                  </a:lnTo>
                  <a:lnTo>
                    <a:pt x="1504950" y="12700"/>
                  </a:lnTo>
                  <a:lnTo>
                    <a:pt x="1559814" y="13589"/>
                  </a:lnTo>
                  <a:lnTo>
                    <a:pt x="1613789" y="16002"/>
                  </a:lnTo>
                  <a:lnTo>
                    <a:pt x="1667129" y="20066"/>
                  </a:lnTo>
                  <a:lnTo>
                    <a:pt x="1719326" y="25654"/>
                  </a:lnTo>
                  <a:lnTo>
                    <a:pt x="1770761" y="32766"/>
                  </a:lnTo>
                  <a:lnTo>
                    <a:pt x="1821307" y="41275"/>
                  </a:lnTo>
                  <a:lnTo>
                    <a:pt x="1870583" y="51308"/>
                  </a:lnTo>
                  <a:lnTo>
                    <a:pt x="1918970" y="62611"/>
                  </a:lnTo>
                  <a:lnTo>
                    <a:pt x="1965960" y="75311"/>
                  </a:lnTo>
                  <a:lnTo>
                    <a:pt x="2011807" y="89281"/>
                  </a:lnTo>
                  <a:lnTo>
                    <a:pt x="2056257" y="104521"/>
                  </a:lnTo>
                  <a:lnTo>
                    <a:pt x="2099310" y="121031"/>
                  </a:lnTo>
                  <a:lnTo>
                    <a:pt x="2140839" y="138811"/>
                  </a:lnTo>
                  <a:lnTo>
                    <a:pt x="2180971" y="157607"/>
                  </a:lnTo>
                  <a:lnTo>
                    <a:pt x="2219452" y="177546"/>
                  </a:lnTo>
                  <a:lnTo>
                    <a:pt x="2256282" y="198501"/>
                  </a:lnTo>
                  <a:lnTo>
                    <a:pt x="2291461" y="220472"/>
                  </a:lnTo>
                  <a:lnTo>
                    <a:pt x="2324735" y="243459"/>
                  </a:lnTo>
                  <a:lnTo>
                    <a:pt x="2356104" y="267335"/>
                  </a:lnTo>
                  <a:lnTo>
                    <a:pt x="2385568" y="292100"/>
                  </a:lnTo>
                  <a:lnTo>
                    <a:pt x="2438527" y="344170"/>
                  </a:lnTo>
                  <a:lnTo>
                    <a:pt x="2482977" y="399288"/>
                  </a:lnTo>
                  <a:lnTo>
                    <a:pt x="2510409" y="442341"/>
                  </a:lnTo>
                  <a:lnTo>
                    <a:pt x="2532507" y="486791"/>
                  </a:lnTo>
                  <a:lnTo>
                    <a:pt x="2549144" y="532511"/>
                  </a:lnTo>
                  <a:lnTo>
                    <a:pt x="2560066" y="579374"/>
                  </a:lnTo>
                  <a:lnTo>
                    <a:pt x="2563545" y="605650"/>
                  </a:lnTo>
                  <a:lnTo>
                    <a:pt x="2530856" y="552323"/>
                  </a:lnTo>
                  <a:lnTo>
                    <a:pt x="2528951" y="549402"/>
                  </a:lnTo>
                  <a:lnTo>
                    <a:pt x="2525014" y="548386"/>
                  </a:lnTo>
                  <a:lnTo>
                    <a:pt x="2522093" y="550291"/>
                  </a:lnTo>
                  <a:lnTo>
                    <a:pt x="2519045" y="552069"/>
                  </a:lnTo>
                  <a:lnTo>
                    <a:pt x="2518156" y="556006"/>
                  </a:lnTo>
                  <a:lnTo>
                    <a:pt x="2519934" y="558927"/>
                  </a:lnTo>
                  <a:lnTo>
                    <a:pt x="2571877" y="643382"/>
                  </a:lnTo>
                  <a:lnTo>
                    <a:pt x="2578760" y="630936"/>
                  </a:lnTo>
                  <a:lnTo>
                    <a:pt x="2619883" y="556641"/>
                  </a:lnTo>
                  <a:lnTo>
                    <a:pt x="2621534" y="553593"/>
                  </a:lnTo>
                  <a:close/>
                </a:path>
                <a:path w="4272280" h="2016760">
                  <a:moveTo>
                    <a:pt x="4272026" y="1373505"/>
                  </a:moveTo>
                  <a:lnTo>
                    <a:pt x="4270883" y="1369695"/>
                  </a:lnTo>
                  <a:lnTo>
                    <a:pt x="4267835" y="1367917"/>
                  </a:lnTo>
                  <a:lnTo>
                    <a:pt x="4264787" y="1366266"/>
                  </a:lnTo>
                  <a:lnTo>
                    <a:pt x="4260850" y="1367409"/>
                  </a:lnTo>
                  <a:lnTo>
                    <a:pt x="4259199" y="1370457"/>
                  </a:lnTo>
                  <a:lnTo>
                    <a:pt x="4227055" y="1428610"/>
                  </a:lnTo>
                  <a:lnTo>
                    <a:pt x="4219956" y="1380744"/>
                  </a:lnTo>
                  <a:lnTo>
                    <a:pt x="4206621" y="1332738"/>
                  </a:lnTo>
                  <a:lnTo>
                    <a:pt x="4187444" y="1286129"/>
                  </a:lnTo>
                  <a:lnTo>
                    <a:pt x="4162806" y="1240917"/>
                  </a:lnTo>
                  <a:lnTo>
                    <a:pt x="4121785" y="1183005"/>
                  </a:lnTo>
                  <a:lnTo>
                    <a:pt x="4072001" y="1128268"/>
                  </a:lnTo>
                  <a:lnTo>
                    <a:pt x="4044061" y="1102233"/>
                  </a:lnTo>
                  <a:lnTo>
                    <a:pt x="4013962" y="1077087"/>
                  </a:lnTo>
                  <a:lnTo>
                    <a:pt x="3982085" y="1052830"/>
                  </a:lnTo>
                  <a:lnTo>
                    <a:pt x="3948176" y="1029589"/>
                  </a:lnTo>
                  <a:lnTo>
                    <a:pt x="3912616" y="1007364"/>
                  </a:lnTo>
                  <a:lnTo>
                    <a:pt x="3875405" y="986155"/>
                  </a:lnTo>
                  <a:lnTo>
                    <a:pt x="3836289" y="965962"/>
                  </a:lnTo>
                  <a:lnTo>
                    <a:pt x="3795776" y="947039"/>
                  </a:lnTo>
                  <a:lnTo>
                    <a:pt x="3753612" y="929132"/>
                  </a:lnTo>
                  <a:lnTo>
                    <a:pt x="3710051" y="912495"/>
                  </a:lnTo>
                  <a:lnTo>
                    <a:pt x="3665093" y="897001"/>
                  </a:lnTo>
                  <a:lnTo>
                    <a:pt x="3618865" y="883031"/>
                  </a:lnTo>
                  <a:lnTo>
                    <a:pt x="3571367" y="870204"/>
                  </a:lnTo>
                  <a:lnTo>
                    <a:pt x="3522726" y="858647"/>
                  </a:lnTo>
                  <a:lnTo>
                    <a:pt x="3472815" y="848614"/>
                  </a:lnTo>
                  <a:lnTo>
                    <a:pt x="3421888" y="840105"/>
                  </a:lnTo>
                  <a:lnTo>
                    <a:pt x="3370072" y="832866"/>
                  </a:lnTo>
                  <a:lnTo>
                    <a:pt x="3317240" y="827278"/>
                  </a:lnTo>
                  <a:lnTo>
                    <a:pt x="3263646" y="823214"/>
                  </a:lnTo>
                  <a:lnTo>
                    <a:pt x="3209163" y="820801"/>
                  </a:lnTo>
                  <a:lnTo>
                    <a:pt x="3154172" y="819912"/>
                  </a:lnTo>
                  <a:lnTo>
                    <a:pt x="3153918" y="832612"/>
                  </a:lnTo>
                  <a:lnTo>
                    <a:pt x="3208909" y="833501"/>
                  </a:lnTo>
                  <a:lnTo>
                    <a:pt x="3263011" y="835914"/>
                  </a:lnTo>
                  <a:lnTo>
                    <a:pt x="3316224" y="839978"/>
                  </a:lnTo>
                  <a:lnTo>
                    <a:pt x="3368675" y="845566"/>
                  </a:lnTo>
                  <a:lnTo>
                    <a:pt x="3420110" y="852678"/>
                  </a:lnTo>
                  <a:lnTo>
                    <a:pt x="3470783" y="861187"/>
                  </a:lnTo>
                  <a:lnTo>
                    <a:pt x="3520186" y="871220"/>
                  </a:lnTo>
                  <a:lnTo>
                    <a:pt x="3568446" y="882523"/>
                  </a:lnTo>
                  <a:lnTo>
                    <a:pt x="3615563" y="895223"/>
                  </a:lnTo>
                  <a:lnTo>
                    <a:pt x="3661410" y="909193"/>
                  </a:lnTo>
                  <a:lnTo>
                    <a:pt x="3705987" y="924433"/>
                  </a:lnTo>
                  <a:lnTo>
                    <a:pt x="3749040" y="940943"/>
                  </a:lnTo>
                  <a:lnTo>
                    <a:pt x="3790823" y="958723"/>
                  </a:lnTo>
                  <a:lnTo>
                    <a:pt x="3830955" y="977519"/>
                  </a:lnTo>
                  <a:lnTo>
                    <a:pt x="3869436" y="997458"/>
                  </a:lnTo>
                  <a:lnTo>
                    <a:pt x="3906393" y="1018413"/>
                  </a:lnTo>
                  <a:lnTo>
                    <a:pt x="3941445" y="1040384"/>
                  </a:lnTo>
                  <a:lnTo>
                    <a:pt x="3974846" y="1063371"/>
                  </a:lnTo>
                  <a:lnTo>
                    <a:pt x="4006342" y="1087247"/>
                  </a:lnTo>
                  <a:lnTo>
                    <a:pt x="4035933" y="1112012"/>
                  </a:lnTo>
                  <a:lnTo>
                    <a:pt x="4088892" y="1164082"/>
                  </a:lnTo>
                  <a:lnTo>
                    <a:pt x="4133342" y="1219200"/>
                  </a:lnTo>
                  <a:lnTo>
                    <a:pt x="4160774" y="1262253"/>
                  </a:lnTo>
                  <a:lnTo>
                    <a:pt x="4182999" y="1306830"/>
                  </a:lnTo>
                  <a:lnTo>
                    <a:pt x="4199636" y="1352423"/>
                  </a:lnTo>
                  <a:lnTo>
                    <a:pt x="4210558" y="1399286"/>
                  </a:lnTo>
                  <a:lnTo>
                    <a:pt x="4214038" y="1425562"/>
                  </a:lnTo>
                  <a:lnTo>
                    <a:pt x="4181348" y="1372235"/>
                  </a:lnTo>
                  <a:lnTo>
                    <a:pt x="4179443" y="1369314"/>
                  </a:lnTo>
                  <a:lnTo>
                    <a:pt x="4175506" y="1368298"/>
                  </a:lnTo>
                  <a:lnTo>
                    <a:pt x="4172585" y="1370203"/>
                  </a:lnTo>
                  <a:lnTo>
                    <a:pt x="4169537" y="1371981"/>
                  </a:lnTo>
                  <a:lnTo>
                    <a:pt x="4168648" y="1375918"/>
                  </a:lnTo>
                  <a:lnTo>
                    <a:pt x="4170426" y="1378839"/>
                  </a:lnTo>
                  <a:lnTo>
                    <a:pt x="4222369" y="1463294"/>
                  </a:lnTo>
                  <a:lnTo>
                    <a:pt x="4229227" y="1450848"/>
                  </a:lnTo>
                  <a:lnTo>
                    <a:pt x="4270248" y="1376553"/>
                  </a:lnTo>
                  <a:lnTo>
                    <a:pt x="4272026" y="1373505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95955" y="2753867"/>
              <a:ext cx="2013585" cy="554990"/>
            </a:xfrm>
            <a:custGeom>
              <a:avLst/>
              <a:gdLst/>
              <a:ahLst/>
              <a:cxnLst/>
              <a:rect l="l" t="t" r="r" b="b"/>
              <a:pathLst>
                <a:path w="2013585" h="554989">
                  <a:moveTo>
                    <a:pt x="2013204" y="0"/>
                  </a:moveTo>
                  <a:lnTo>
                    <a:pt x="0" y="0"/>
                  </a:lnTo>
                  <a:lnTo>
                    <a:pt x="0" y="554736"/>
                  </a:lnTo>
                  <a:lnTo>
                    <a:pt x="2013204" y="554736"/>
                  </a:lnTo>
                  <a:lnTo>
                    <a:pt x="201320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95955" y="2769107"/>
            <a:ext cx="2013585" cy="547370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104775" rIns="0" bIns="0" rtlCol="0">
            <a:spAutoFit/>
          </a:bodyPr>
          <a:lstStyle/>
          <a:p>
            <a:pPr marL="577215">
              <a:lnSpc>
                <a:spcPct val="100000"/>
              </a:lnSpc>
              <a:spcBef>
                <a:spcPts val="825"/>
              </a:spcBef>
            </a:pPr>
            <a:r>
              <a:rPr sz="2000" b="1" i="1" dirty="0">
                <a:solidFill>
                  <a:srgbClr val="EBEBEB"/>
                </a:solidFill>
                <a:latin typeface="Arial Narrow"/>
                <a:cs typeface="Arial Narrow"/>
              </a:rPr>
              <a:t>Analysis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24703" y="1906270"/>
            <a:ext cx="494030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Times New Roman"/>
                <a:cs typeface="Times New Roman"/>
              </a:rPr>
              <a:t>Purpose–thorough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requirements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analysis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structuring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Deliverable–functional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system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specifications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15617" y="5078095"/>
            <a:ext cx="35782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Database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activity–Thorough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integrated conceptual data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modeling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7408" y="600455"/>
            <a:ext cx="10985500" cy="4676140"/>
            <a:chOff x="597408" y="600455"/>
            <a:chExt cx="10985500" cy="4676140"/>
          </a:xfrm>
        </p:grpSpPr>
        <p:sp>
          <p:nvSpPr>
            <p:cNvPr id="3" name="object 3"/>
            <p:cNvSpPr/>
            <p:nvPr/>
          </p:nvSpPr>
          <p:spPr>
            <a:xfrm>
              <a:off x="597408" y="600455"/>
              <a:ext cx="10985500" cy="1259205"/>
            </a:xfrm>
            <a:custGeom>
              <a:avLst/>
              <a:gdLst/>
              <a:ahLst/>
              <a:cxnLst/>
              <a:rect l="l" t="t" r="r" b="b"/>
              <a:pathLst>
                <a:path w="10985500" h="1259205">
                  <a:moveTo>
                    <a:pt x="10984992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0984992" y="1258824"/>
                  </a:lnTo>
                  <a:lnTo>
                    <a:pt x="1098499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296" y="1936750"/>
              <a:ext cx="6746494" cy="333959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1266678" y="6369811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8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9755" y="2051430"/>
            <a:ext cx="751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Narrow"/>
                <a:cs typeface="Arial Narrow"/>
              </a:rPr>
              <a:t>Pl</a:t>
            </a:r>
            <a:r>
              <a:rPr sz="1800" spc="-10" dirty="0">
                <a:latin typeface="Arial Narrow"/>
                <a:cs typeface="Arial Narrow"/>
              </a:rPr>
              <a:t>a</a:t>
            </a:r>
            <a:r>
              <a:rPr sz="1800" spc="-5" dirty="0">
                <a:latin typeface="Arial Narrow"/>
                <a:cs typeface="Arial Narrow"/>
              </a:rPr>
              <a:t>n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spc="-5" dirty="0">
                <a:latin typeface="Arial Narrow"/>
                <a:cs typeface="Arial Narrow"/>
              </a:rPr>
              <a:t>i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dirty="0">
                <a:latin typeface="Arial Narrow"/>
                <a:cs typeface="Arial Narrow"/>
              </a:rPr>
              <a:t>g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1310" y="2751835"/>
            <a:ext cx="722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Narrow"/>
                <a:cs typeface="Arial Narrow"/>
              </a:rPr>
              <a:t>A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spc="-5" dirty="0">
                <a:latin typeface="Arial Narrow"/>
                <a:cs typeface="Arial Narrow"/>
              </a:rPr>
              <a:t>a</a:t>
            </a:r>
            <a:r>
              <a:rPr sz="1800" spc="-10" dirty="0">
                <a:latin typeface="Arial Narrow"/>
                <a:cs typeface="Arial Narrow"/>
              </a:rPr>
              <a:t>l</a:t>
            </a:r>
            <a:r>
              <a:rPr sz="1800" dirty="0">
                <a:latin typeface="Arial Narrow"/>
                <a:cs typeface="Arial Narrow"/>
              </a:rPr>
              <a:t>ys</a:t>
            </a:r>
            <a:r>
              <a:rPr sz="1800" spc="-5" dirty="0">
                <a:latin typeface="Arial Narrow"/>
                <a:cs typeface="Arial Narrow"/>
              </a:rPr>
              <a:t>is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1673" y="4240529"/>
            <a:ext cx="1360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Narrow"/>
                <a:cs typeface="Arial Narrow"/>
              </a:rPr>
              <a:t>Physical</a:t>
            </a:r>
            <a:r>
              <a:rPr sz="1800" spc="-6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31052" y="4832603"/>
            <a:ext cx="1762125" cy="52451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21285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955"/>
              </a:spcBef>
            </a:pPr>
            <a:r>
              <a:rPr sz="1800" spc="-5" dirty="0">
                <a:latin typeface="Arial Narrow"/>
                <a:cs typeface="Arial Narrow"/>
              </a:rPr>
              <a:t>Implementation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40752" y="5532120"/>
            <a:ext cx="1762125" cy="52578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21920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960"/>
              </a:spcBef>
            </a:pPr>
            <a:r>
              <a:rPr sz="1800" spc="-10" dirty="0">
                <a:latin typeface="Arial Narrow"/>
                <a:cs typeface="Arial Narrow"/>
              </a:rPr>
              <a:t>Maintenance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6109" y="3567431"/>
            <a:ext cx="123126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Logical</a:t>
            </a:r>
            <a:r>
              <a:rPr sz="1800" spc="-5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92668" y="4826253"/>
            <a:ext cx="1019810" cy="619125"/>
          </a:xfrm>
          <a:custGeom>
            <a:avLst/>
            <a:gdLst/>
            <a:ahLst/>
            <a:cxnLst/>
            <a:rect l="l" t="t" r="r" b="b"/>
            <a:pathLst>
              <a:path w="1019809" h="619125">
                <a:moveTo>
                  <a:pt x="923035" y="523748"/>
                </a:moveTo>
                <a:lnTo>
                  <a:pt x="919987" y="525653"/>
                </a:lnTo>
                <a:lnTo>
                  <a:pt x="917066" y="527431"/>
                </a:lnTo>
                <a:lnTo>
                  <a:pt x="916051" y="531368"/>
                </a:lnTo>
                <a:lnTo>
                  <a:pt x="917955" y="534289"/>
                </a:lnTo>
                <a:lnTo>
                  <a:pt x="969390" y="618998"/>
                </a:lnTo>
                <a:lnTo>
                  <a:pt x="976354" y="606552"/>
                </a:lnTo>
                <a:lnTo>
                  <a:pt x="962786" y="606552"/>
                </a:lnTo>
                <a:lnTo>
                  <a:pt x="962735" y="602742"/>
                </a:lnTo>
                <a:lnTo>
                  <a:pt x="961898" y="588137"/>
                </a:lnTo>
                <a:lnTo>
                  <a:pt x="961126" y="580958"/>
                </a:lnTo>
                <a:lnTo>
                  <a:pt x="926973" y="524764"/>
                </a:lnTo>
                <a:lnTo>
                  <a:pt x="923035" y="523748"/>
                </a:lnTo>
                <a:close/>
              </a:path>
              <a:path w="1019809" h="619125">
                <a:moveTo>
                  <a:pt x="961126" y="580958"/>
                </a:moveTo>
                <a:lnTo>
                  <a:pt x="961898" y="588137"/>
                </a:lnTo>
                <a:lnTo>
                  <a:pt x="962735" y="602742"/>
                </a:lnTo>
                <a:lnTo>
                  <a:pt x="962786" y="606552"/>
                </a:lnTo>
                <a:lnTo>
                  <a:pt x="975486" y="606298"/>
                </a:lnTo>
                <a:lnTo>
                  <a:pt x="975486" y="603377"/>
                </a:lnTo>
                <a:lnTo>
                  <a:pt x="963676" y="603377"/>
                </a:lnTo>
                <a:lnTo>
                  <a:pt x="968980" y="593879"/>
                </a:lnTo>
                <a:lnTo>
                  <a:pt x="961126" y="580958"/>
                </a:lnTo>
                <a:close/>
              </a:path>
              <a:path w="1019809" h="619125">
                <a:moveTo>
                  <a:pt x="1012316" y="522224"/>
                </a:moveTo>
                <a:lnTo>
                  <a:pt x="1008379" y="523240"/>
                </a:lnTo>
                <a:lnTo>
                  <a:pt x="1006728" y="526288"/>
                </a:lnTo>
                <a:lnTo>
                  <a:pt x="974223" y="584490"/>
                </a:lnTo>
                <a:lnTo>
                  <a:pt x="974471" y="586867"/>
                </a:lnTo>
                <a:lnTo>
                  <a:pt x="975486" y="602742"/>
                </a:lnTo>
                <a:lnTo>
                  <a:pt x="975486" y="606298"/>
                </a:lnTo>
                <a:lnTo>
                  <a:pt x="962786" y="606552"/>
                </a:lnTo>
                <a:lnTo>
                  <a:pt x="976354" y="606552"/>
                </a:lnTo>
                <a:lnTo>
                  <a:pt x="1017777" y="532511"/>
                </a:lnTo>
                <a:lnTo>
                  <a:pt x="1019428" y="529463"/>
                </a:lnTo>
                <a:lnTo>
                  <a:pt x="1018412" y="525653"/>
                </a:lnTo>
                <a:lnTo>
                  <a:pt x="1015364" y="523875"/>
                </a:lnTo>
                <a:lnTo>
                  <a:pt x="1012316" y="522224"/>
                </a:lnTo>
                <a:close/>
              </a:path>
              <a:path w="1019809" h="619125">
                <a:moveTo>
                  <a:pt x="968980" y="593879"/>
                </a:moveTo>
                <a:lnTo>
                  <a:pt x="963676" y="603377"/>
                </a:lnTo>
                <a:lnTo>
                  <a:pt x="974598" y="603123"/>
                </a:lnTo>
                <a:lnTo>
                  <a:pt x="968980" y="593879"/>
                </a:lnTo>
                <a:close/>
              </a:path>
              <a:path w="1019809" h="619125">
                <a:moveTo>
                  <a:pt x="974223" y="584490"/>
                </a:moveTo>
                <a:lnTo>
                  <a:pt x="968980" y="593879"/>
                </a:lnTo>
                <a:lnTo>
                  <a:pt x="974598" y="603123"/>
                </a:lnTo>
                <a:lnTo>
                  <a:pt x="963676" y="603377"/>
                </a:lnTo>
                <a:lnTo>
                  <a:pt x="975486" y="603377"/>
                </a:lnTo>
                <a:lnTo>
                  <a:pt x="975486" y="602742"/>
                </a:lnTo>
                <a:lnTo>
                  <a:pt x="974471" y="586867"/>
                </a:lnTo>
                <a:lnTo>
                  <a:pt x="974223" y="584490"/>
                </a:lnTo>
                <a:close/>
              </a:path>
              <a:path w="1019809" h="619125">
                <a:moveTo>
                  <a:pt x="253" y="0"/>
                </a:moveTo>
                <a:lnTo>
                  <a:pt x="0" y="12700"/>
                </a:lnTo>
                <a:lnTo>
                  <a:pt x="49910" y="13462"/>
                </a:lnTo>
                <a:lnTo>
                  <a:pt x="98932" y="15875"/>
                </a:lnTo>
                <a:lnTo>
                  <a:pt x="147192" y="19685"/>
                </a:lnTo>
                <a:lnTo>
                  <a:pt x="194817" y="25146"/>
                </a:lnTo>
                <a:lnTo>
                  <a:pt x="241426" y="32004"/>
                </a:lnTo>
                <a:lnTo>
                  <a:pt x="287274" y="40132"/>
                </a:lnTo>
                <a:lnTo>
                  <a:pt x="332104" y="49657"/>
                </a:lnTo>
                <a:lnTo>
                  <a:pt x="375920" y="60706"/>
                </a:lnTo>
                <a:lnTo>
                  <a:pt x="418591" y="72898"/>
                </a:lnTo>
                <a:lnTo>
                  <a:pt x="460121" y="86360"/>
                </a:lnTo>
                <a:lnTo>
                  <a:pt x="500633" y="100965"/>
                </a:lnTo>
                <a:lnTo>
                  <a:pt x="539623" y="116967"/>
                </a:lnTo>
                <a:lnTo>
                  <a:pt x="577469" y="133858"/>
                </a:lnTo>
                <a:lnTo>
                  <a:pt x="613917" y="152019"/>
                </a:lnTo>
                <a:lnTo>
                  <a:pt x="648715" y="171069"/>
                </a:lnTo>
                <a:lnTo>
                  <a:pt x="682244" y="191262"/>
                </a:lnTo>
                <a:lnTo>
                  <a:pt x="713994" y="212344"/>
                </a:lnTo>
                <a:lnTo>
                  <a:pt x="772795" y="257429"/>
                </a:lnTo>
                <a:lnTo>
                  <a:pt x="824610" y="305816"/>
                </a:lnTo>
                <a:lnTo>
                  <a:pt x="868933" y="357378"/>
                </a:lnTo>
                <a:lnTo>
                  <a:pt x="905255" y="411734"/>
                </a:lnTo>
                <a:lnTo>
                  <a:pt x="933069" y="468503"/>
                </a:lnTo>
                <a:lnTo>
                  <a:pt x="948181" y="512445"/>
                </a:lnTo>
                <a:lnTo>
                  <a:pt x="958087" y="557403"/>
                </a:lnTo>
                <a:lnTo>
                  <a:pt x="961126" y="580958"/>
                </a:lnTo>
                <a:lnTo>
                  <a:pt x="968980" y="593879"/>
                </a:lnTo>
                <a:lnTo>
                  <a:pt x="974223" y="584490"/>
                </a:lnTo>
                <a:lnTo>
                  <a:pt x="972820" y="570992"/>
                </a:lnTo>
                <a:lnTo>
                  <a:pt x="970533" y="555244"/>
                </a:lnTo>
                <a:lnTo>
                  <a:pt x="960374" y="508762"/>
                </a:lnTo>
                <a:lnTo>
                  <a:pt x="944752" y="463296"/>
                </a:lnTo>
                <a:lnTo>
                  <a:pt x="916051" y="405003"/>
                </a:lnTo>
                <a:lnTo>
                  <a:pt x="878839" y="349504"/>
                </a:lnTo>
                <a:lnTo>
                  <a:pt x="833501" y="296799"/>
                </a:lnTo>
                <a:lnTo>
                  <a:pt x="780796" y="247523"/>
                </a:lnTo>
                <a:lnTo>
                  <a:pt x="721105" y="201803"/>
                </a:lnTo>
                <a:lnTo>
                  <a:pt x="688848" y="180340"/>
                </a:lnTo>
                <a:lnTo>
                  <a:pt x="654938" y="159893"/>
                </a:lnTo>
                <a:lnTo>
                  <a:pt x="619505" y="140589"/>
                </a:lnTo>
                <a:lnTo>
                  <a:pt x="582549" y="122301"/>
                </a:lnTo>
                <a:lnTo>
                  <a:pt x="544449" y="105156"/>
                </a:lnTo>
                <a:lnTo>
                  <a:pt x="504951" y="89027"/>
                </a:lnTo>
                <a:lnTo>
                  <a:pt x="464057" y="74168"/>
                </a:lnTo>
                <a:lnTo>
                  <a:pt x="422148" y="60579"/>
                </a:lnTo>
                <a:lnTo>
                  <a:pt x="378967" y="48387"/>
                </a:lnTo>
                <a:lnTo>
                  <a:pt x="334772" y="37338"/>
                </a:lnTo>
                <a:lnTo>
                  <a:pt x="289432" y="27686"/>
                </a:lnTo>
                <a:lnTo>
                  <a:pt x="243204" y="19431"/>
                </a:lnTo>
                <a:lnTo>
                  <a:pt x="196214" y="12573"/>
                </a:lnTo>
                <a:lnTo>
                  <a:pt x="148208" y="7112"/>
                </a:lnTo>
                <a:lnTo>
                  <a:pt x="99440" y="3175"/>
                </a:lnTo>
                <a:lnTo>
                  <a:pt x="50164" y="762"/>
                </a:lnTo>
                <a:lnTo>
                  <a:pt x="25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58305" y="5356859"/>
            <a:ext cx="1282700" cy="619125"/>
          </a:xfrm>
          <a:custGeom>
            <a:avLst/>
            <a:gdLst/>
            <a:ahLst/>
            <a:cxnLst/>
            <a:rect l="l" t="t" r="r" b="b"/>
            <a:pathLst>
              <a:path w="1282700" h="619125">
                <a:moveTo>
                  <a:pt x="50136" y="25123"/>
                </a:moveTo>
                <a:lnTo>
                  <a:pt x="45076" y="34305"/>
                </a:lnTo>
                <a:lnTo>
                  <a:pt x="46863" y="48259"/>
                </a:lnTo>
                <a:lnTo>
                  <a:pt x="49784" y="64007"/>
                </a:lnTo>
                <a:lnTo>
                  <a:pt x="62865" y="110743"/>
                </a:lnTo>
                <a:lnTo>
                  <a:pt x="82804" y="156082"/>
                </a:lnTo>
                <a:lnTo>
                  <a:pt x="109093" y="200151"/>
                </a:lnTo>
                <a:lnTo>
                  <a:pt x="141605" y="242722"/>
                </a:lnTo>
                <a:lnTo>
                  <a:pt x="180086" y="283502"/>
                </a:lnTo>
                <a:lnTo>
                  <a:pt x="208788" y="309867"/>
                </a:lnTo>
                <a:lnTo>
                  <a:pt x="239903" y="335318"/>
                </a:lnTo>
                <a:lnTo>
                  <a:pt x="273430" y="359968"/>
                </a:lnTo>
                <a:lnTo>
                  <a:pt x="327914" y="395274"/>
                </a:lnTo>
                <a:lnTo>
                  <a:pt x="366902" y="417588"/>
                </a:lnTo>
                <a:lnTo>
                  <a:pt x="408050" y="438937"/>
                </a:lnTo>
                <a:lnTo>
                  <a:pt x="450976" y="459320"/>
                </a:lnTo>
                <a:lnTo>
                  <a:pt x="495935" y="478637"/>
                </a:lnTo>
                <a:lnTo>
                  <a:pt x="542671" y="496900"/>
                </a:lnTo>
                <a:lnTo>
                  <a:pt x="591185" y="514108"/>
                </a:lnTo>
                <a:lnTo>
                  <a:pt x="641350" y="530072"/>
                </a:lnTo>
                <a:lnTo>
                  <a:pt x="693166" y="544893"/>
                </a:lnTo>
                <a:lnTo>
                  <a:pt x="746633" y="558457"/>
                </a:lnTo>
                <a:lnTo>
                  <a:pt x="801370" y="570776"/>
                </a:lnTo>
                <a:lnTo>
                  <a:pt x="857503" y="581761"/>
                </a:lnTo>
                <a:lnTo>
                  <a:pt x="914908" y="591413"/>
                </a:lnTo>
                <a:lnTo>
                  <a:pt x="973582" y="599719"/>
                </a:lnTo>
                <a:lnTo>
                  <a:pt x="1033526" y="606501"/>
                </a:lnTo>
                <a:lnTo>
                  <a:pt x="1094359" y="611936"/>
                </a:lnTo>
                <a:lnTo>
                  <a:pt x="1156208" y="615848"/>
                </a:lnTo>
                <a:lnTo>
                  <a:pt x="1218946" y="618235"/>
                </a:lnTo>
                <a:lnTo>
                  <a:pt x="1282319" y="618997"/>
                </a:lnTo>
                <a:lnTo>
                  <a:pt x="1282573" y="606297"/>
                </a:lnTo>
                <a:lnTo>
                  <a:pt x="1219073" y="605535"/>
                </a:lnTo>
                <a:lnTo>
                  <a:pt x="1156716" y="603161"/>
                </a:lnTo>
                <a:lnTo>
                  <a:pt x="1095121" y="599262"/>
                </a:lnTo>
                <a:lnTo>
                  <a:pt x="1034542" y="593851"/>
                </a:lnTo>
                <a:lnTo>
                  <a:pt x="974978" y="587095"/>
                </a:lnTo>
                <a:lnTo>
                  <a:pt x="916686" y="578827"/>
                </a:lnTo>
                <a:lnTo>
                  <a:pt x="859663" y="569239"/>
                </a:lnTo>
                <a:lnTo>
                  <a:pt x="803783" y="558317"/>
                </a:lnTo>
                <a:lnTo>
                  <a:pt x="749426" y="546061"/>
                </a:lnTo>
                <a:lnTo>
                  <a:pt x="696341" y="532574"/>
                </a:lnTo>
                <a:lnTo>
                  <a:pt x="644905" y="517867"/>
                </a:lnTo>
                <a:lnTo>
                  <a:pt x="594995" y="502018"/>
                </a:lnTo>
                <a:lnTo>
                  <a:pt x="546989" y="484936"/>
                </a:lnTo>
                <a:lnTo>
                  <a:pt x="500507" y="466813"/>
                </a:lnTo>
                <a:lnTo>
                  <a:pt x="455929" y="447649"/>
                </a:lnTo>
                <a:lnTo>
                  <a:pt x="413385" y="427456"/>
                </a:lnTo>
                <a:lnTo>
                  <a:pt x="372745" y="406323"/>
                </a:lnTo>
                <a:lnTo>
                  <a:pt x="334264" y="384251"/>
                </a:lnTo>
                <a:lnTo>
                  <a:pt x="297942" y="361251"/>
                </a:lnTo>
                <a:lnTo>
                  <a:pt x="263905" y="337375"/>
                </a:lnTo>
                <a:lnTo>
                  <a:pt x="232029" y="312699"/>
                </a:lnTo>
                <a:lnTo>
                  <a:pt x="202565" y="287286"/>
                </a:lnTo>
                <a:lnTo>
                  <a:pt x="163068" y="247789"/>
                </a:lnTo>
                <a:lnTo>
                  <a:pt x="129413" y="206882"/>
                </a:lnTo>
                <a:lnTo>
                  <a:pt x="101727" y="164464"/>
                </a:lnTo>
                <a:lnTo>
                  <a:pt x="80391" y="120903"/>
                </a:lnTo>
                <a:lnTo>
                  <a:pt x="65532" y="76326"/>
                </a:lnTo>
                <a:lnTo>
                  <a:pt x="58461" y="38662"/>
                </a:lnTo>
                <a:lnTo>
                  <a:pt x="50136" y="25123"/>
                </a:lnTo>
                <a:close/>
              </a:path>
              <a:path w="1282700" h="619125">
                <a:moveTo>
                  <a:pt x="49530" y="0"/>
                </a:moveTo>
                <a:lnTo>
                  <a:pt x="1651" y="86740"/>
                </a:lnTo>
                <a:lnTo>
                  <a:pt x="0" y="89788"/>
                </a:lnTo>
                <a:lnTo>
                  <a:pt x="1143" y="93725"/>
                </a:lnTo>
                <a:lnTo>
                  <a:pt x="7239" y="97027"/>
                </a:lnTo>
                <a:lnTo>
                  <a:pt x="11049" y="96011"/>
                </a:lnTo>
                <a:lnTo>
                  <a:pt x="13806" y="91058"/>
                </a:lnTo>
                <a:lnTo>
                  <a:pt x="45076" y="34305"/>
                </a:lnTo>
                <a:lnTo>
                  <a:pt x="44831" y="32384"/>
                </a:lnTo>
                <a:lnTo>
                  <a:pt x="43561" y="16255"/>
                </a:lnTo>
                <a:lnTo>
                  <a:pt x="43434" y="12699"/>
                </a:lnTo>
                <a:lnTo>
                  <a:pt x="56134" y="12445"/>
                </a:lnTo>
                <a:lnTo>
                  <a:pt x="57196" y="12445"/>
                </a:lnTo>
                <a:lnTo>
                  <a:pt x="49530" y="0"/>
                </a:lnTo>
                <a:close/>
              </a:path>
              <a:path w="1282700" h="619125">
                <a:moveTo>
                  <a:pt x="57196" y="12445"/>
                </a:moveTo>
                <a:lnTo>
                  <a:pt x="56134" y="12445"/>
                </a:lnTo>
                <a:lnTo>
                  <a:pt x="56261" y="15366"/>
                </a:lnTo>
                <a:lnTo>
                  <a:pt x="90760" y="91185"/>
                </a:lnTo>
                <a:lnTo>
                  <a:pt x="96393" y="94868"/>
                </a:lnTo>
                <a:lnTo>
                  <a:pt x="99441" y="93090"/>
                </a:lnTo>
                <a:lnTo>
                  <a:pt x="102362" y="91185"/>
                </a:lnTo>
                <a:lnTo>
                  <a:pt x="103378" y="87375"/>
                </a:lnTo>
                <a:lnTo>
                  <a:pt x="101473" y="84327"/>
                </a:lnTo>
                <a:lnTo>
                  <a:pt x="57196" y="12445"/>
                </a:lnTo>
                <a:close/>
              </a:path>
              <a:path w="1282700" h="619125">
                <a:moveTo>
                  <a:pt x="56279" y="15620"/>
                </a:moveTo>
                <a:lnTo>
                  <a:pt x="55372" y="15620"/>
                </a:lnTo>
                <a:lnTo>
                  <a:pt x="50136" y="25123"/>
                </a:lnTo>
                <a:lnTo>
                  <a:pt x="58461" y="38662"/>
                </a:lnTo>
                <a:lnTo>
                  <a:pt x="57404" y="30733"/>
                </a:lnTo>
                <a:lnTo>
                  <a:pt x="56279" y="15620"/>
                </a:lnTo>
                <a:close/>
              </a:path>
              <a:path w="1282700" h="619125">
                <a:moveTo>
                  <a:pt x="56134" y="12445"/>
                </a:moveTo>
                <a:lnTo>
                  <a:pt x="43434" y="12699"/>
                </a:lnTo>
                <a:lnTo>
                  <a:pt x="43561" y="16255"/>
                </a:lnTo>
                <a:lnTo>
                  <a:pt x="44831" y="32384"/>
                </a:lnTo>
                <a:lnTo>
                  <a:pt x="45076" y="34305"/>
                </a:lnTo>
                <a:lnTo>
                  <a:pt x="50136" y="25123"/>
                </a:lnTo>
                <a:lnTo>
                  <a:pt x="44450" y="15874"/>
                </a:lnTo>
                <a:lnTo>
                  <a:pt x="55372" y="15620"/>
                </a:lnTo>
                <a:lnTo>
                  <a:pt x="56279" y="15620"/>
                </a:lnTo>
                <a:lnTo>
                  <a:pt x="56134" y="12445"/>
                </a:lnTo>
                <a:close/>
              </a:path>
              <a:path w="1282700" h="619125">
                <a:moveTo>
                  <a:pt x="55372" y="15620"/>
                </a:moveTo>
                <a:lnTo>
                  <a:pt x="44450" y="15874"/>
                </a:lnTo>
                <a:lnTo>
                  <a:pt x="50136" y="25123"/>
                </a:lnTo>
                <a:lnTo>
                  <a:pt x="55372" y="1562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629412" y="1144524"/>
            <a:ext cx="8299450" cy="2898775"/>
            <a:chOff x="629412" y="1144524"/>
            <a:chExt cx="8299450" cy="2898775"/>
          </a:xfrm>
        </p:grpSpPr>
        <p:sp>
          <p:nvSpPr>
            <p:cNvPr id="15" name="object 15"/>
            <p:cNvSpPr/>
            <p:nvPr/>
          </p:nvSpPr>
          <p:spPr>
            <a:xfrm>
              <a:off x="5250052" y="3424174"/>
              <a:ext cx="1019810" cy="619125"/>
            </a:xfrm>
            <a:custGeom>
              <a:avLst/>
              <a:gdLst/>
              <a:ahLst/>
              <a:cxnLst/>
              <a:rect l="l" t="t" r="r" b="b"/>
              <a:pathLst>
                <a:path w="1019810" h="619125">
                  <a:moveTo>
                    <a:pt x="923036" y="523748"/>
                  </a:moveTo>
                  <a:lnTo>
                    <a:pt x="919988" y="525652"/>
                  </a:lnTo>
                  <a:lnTo>
                    <a:pt x="917067" y="527431"/>
                  </a:lnTo>
                  <a:lnTo>
                    <a:pt x="916051" y="531368"/>
                  </a:lnTo>
                  <a:lnTo>
                    <a:pt x="917956" y="534288"/>
                  </a:lnTo>
                  <a:lnTo>
                    <a:pt x="969391" y="618998"/>
                  </a:lnTo>
                  <a:lnTo>
                    <a:pt x="976354" y="606551"/>
                  </a:lnTo>
                  <a:lnTo>
                    <a:pt x="962787" y="606551"/>
                  </a:lnTo>
                  <a:lnTo>
                    <a:pt x="962735" y="602742"/>
                  </a:lnTo>
                  <a:lnTo>
                    <a:pt x="961898" y="588137"/>
                  </a:lnTo>
                  <a:lnTo>
                    <a:pt x="961126" y="580958"/>
                  </a:lnTo>
                  <a:lnTo>
                    <a:pt x="926973" y="524763"/>
                  </a:lnTo>
                  <a:lnTo>
                    <a:pt x="923036" y="523748"/>
                  </a:lnTo>
                  <a:close/>
                </a:path>
                <a:path w="1019810" h="619125">
                  <a:moveTo>
                    <a:pt x="961126" y="580958"/>
                  </a:moveTo>
                  <a:lnTo>
                    <a:pt x="961898" y="588137"/>
                  </a:lnTo>
                  <a:lnTo>
                    <a:pt x="962735" y="602742"/>
                  </a:lnTo>
                  <a:lnTo>
                    <a:pt x="962787" y="606551"/>
                  </a:lnTo>
                  <a:lnTo>
                    <a:pt x="975487" y="606298"/>
                  </a:lnTo>
                  <a:lnTo>
                    <a:pt x="975487" y="603376"/>
                  </a:lnTo>
                  <a:lnTo>
                    <a:pt x="963676" y="603376"/>
                  </a:lnTo>
                  <a:lnTo>
                    <a:pt x="968980" y="593879"/>
                  </a:lnTo>
                  <a:lnTo>
                    <a:pt x="961126" y="580958"/>
                  </a:lnTo>
                  <a:close/>
                </a:path>
                <a:path w="1019810" h="619125">
                  <a:moveTo>
                    <a:pt x="1012317" y="522224"/>
                  </a:moveTo>
                  <a:lnTo>
                    <a:pt x="1008380" y="523239"/>
                  </a:lnTo>
                  <a:lnTo>
                    <a:pt x="1006729" y="526288"/>
                  </a:lnTo>
                  <a:lnTo>
                    <a:pt x="974223" y="584490"/>
                  </a:lnTo>
                  <a:lnTo>
                    <a:pt x="974471" y="586867"/>
                  </a:lnTo>
                  <a:lnTo>
                    <a:pt x="975487" y="602742"/>
                  </a:lnTo>
                  <a:lnTo>
                    <a:pt x="975487" y="606298"/>
                  </a:lnTo>
                  <a:lnTo>
                    <a:pt x="962787" y="606551"/>
                  </a:lnTo>
                  <a:lnTo>
                    <a:pt x="976354" y="606551"/>
                  </a:lnTo>
                  <a:lnTo>
                    <a:pt x="1017777" y="532511"/>
                  </a:lnTo>
                  <a:lnTo>
                    <a:pt x="1019429" y="529463"/>
                  </a:lnTo>
                  <a:lnTo>
                    <a:pt x="1018413" y="525652"/>
                  </a:lnTo>
                  <a:lnTo>
                    <a:pt x="1015364" y="523875"/>
                  </a:lnTo>
                  <a:lnTo>
                    <a:pt x="1012317" y="522224"/>
                  </a:lnTo>
                  <a:close/>
                </a:path>
                <a:path w="1019810" h="619125">
                  <a:moveTo>
                    <a:pt x="968980" y="593879"/>
                  </a:moveTo>
                  <a:lnTo>
                    <a:pt x="963676" y="603376"/>
                  </a:lnTo>
                  <a:lnTo>
                    <a:pt x="974598" y="603123"/>
                  </a:lnTo>
                  <a:lnTo>
                    <a:pt x="968980" y="593879"/>
                  </a:lnTo>
                  <a:close/>
                </a:path>
                <a:path w="1019810" h="619125">
                  <a:moveTo>
                    <a:pt x="974223" y="584490"/>
                  </a:moveTo>
                  <a:lnTo>
                    <a:pt x="968980" y="593879"/>
                  </a:lnTo>
                  <a:lnTo>
                    <a:pt x="974598" y="603123"/>
                  </a:lnTo>
                  <a:lnTo>
                    <a:pt x="963676" y="603376"/>
                  </a:lnTo>
                  <a:lnTo>
                    <a:pt x="975487" y="603376"/>
                  </a:lnTo>
                  <a:lnTo>
                    <a:pt x="975487" y="602742"/>
                  </a:lnTo>
                  <a:lnTo>
                    <a:pt x="974471" y="586867"/>
                  </a:lnTo>
                  <a:lnTo>
                    <a:pt x="974223" y="584490"/>
                  </a:lnTo>
                  <a:close/>
                </a:path>
                <a:path w="1019810" h="619125">
                  <a:moveTo>
                    <a:pt x="254" y="0"/>
                  </a:moveTo>
                  <a:lnTo>
                    <a:pt x="0" y="12700"/>
                  </a:lnTo>
                  <a:lnTo>
                    <a:pt x="49911" y="13462"/>
                  </a:lnTo>
                  <a:lnTo>
                    <a:pt x="98933" y="15875"/>
                  </a:lnTo>
                  <a:lnTo>
                    <a:pt x="147193" y="19685"/>
                  </a:lnTo>
                  <a:lnTo>
                    <a:pt x="194818" y="25146"/>
                  </a:lnTo>
                  <a:lnTo>
                    <a:pt x="241426" y="32003"/>
                  </a:lnTo>
                  <a:lnTo>
                    <a:pt x="287274" y="40131"/>
                  </a:lnTo>
                  <a:lnTo>
                    <a:pt x="332105" y="49656"/>
                  </a:lnTo>
                  <a:lnTo>
                    <a:pt x="375920" y="60705"/>
                  </a:lnTo>
                  <a:lnTo>
                    <a:pt x="418592" y="72898"/>
                  </a:lnTo>
                  <a:lnTo>
                    <a:pt x="460121" y="86360"/>
                  </a:lnTo>
                  <a:lnTo>
                    <a:pt x="500634" y="100964"/>
                  </a:lnTo>
                  <a:lnTo>
                    <a:pt x="539623" y="116966"/>
                  </a:lnTo>
                  <a:lnTo>
                    <a:pt x="577469" y="133858"/>
                  </a:lnTo>
                  <a:lnTo>
                    <a:pt x="613918" y="152018"/>
                  </a:lnTo>
                  <a:lnTo>
                    <a:pt x="648716" y="171068"/>
                  </a:lnTo>
                  <a:lnTo>
                    <a:pt x="682244" y="191262"/>
                  </a:lnTo>
                  <a:lnTo>
                    <a:pt x="713994" y="212344"/>
                  </a:lnTo>
                  <a:lnTo>
                    <a:pt x="772795" y="257428"/>
                  </a:lnTo>
                  <a:lnTo>
                    <a:pt x="824611" y="305815"/>
                  </a:lnTo>
                  <a:lnTo>
                    <a:pt x="868934" y="357377"/>
                  </a:lnTo>
                  <a:lnTo>
                    <a:pt x="905256" y="411733"/>
                  </a:lnTo>
                  <a:lnTo>
                    <a:pt x="933069" y="468502"/>
                  </a:lnTo>
                  <a:lnTo>
                    <a:pt x="948182" y="512444"/>
                  </a:lnTo>
                  <a:lnTo>
                    <a:pt x="958088" y="557402"/>
                  </a:lnTo>
                  <a:lnTo>
                    <a:pt x="961126" y="580958"/>
                  </a:lnTo>
                  <a:lnTo>
                    <a:pt x="968980" y="593879"/>
                  </a:lnTo>
                  <a:lnTo>
                    <a:pt x="974223" y="584490"/>
                  </a:lnTo>
                  <a:lnTo>
                    <a:pt x="972820" y="570992"/>
                  </a:lnTo>
                  <a:lnTo>
                    <a:pt x="970534" y="555244"/>
                  </a:lnTo>
                  <a:lnTo>
                    <a:pt x="960374" y="508762"/>
                  </a:lnTo>
                  <a:lnTo>
                    <a:pt x="944752" y="463295"/>
                  </a:lnTo>
                  <a:lnTo>
                    <a:pt x="916051" y="405002"/>
                  </a:lnTo>
                  <a:lnTo>
                    <a:pt x="878839" y="349503"/>
                  </a:lnTo>
                  <a:lnTo>
                    <a:pt x="833501" y="296799"/>
                  </a:lnTo>
                  <a:lnTo>
                    <a:pt x="780796" y="247523"/>
                  </a:lnTo>
                  <a:lnTo>
                    <a:pt x="721106" y="201802"/>
                  </a:lnTo>
                  <a:lnTo>
                    <a:pt x="688848" y="180339"/>
                  </a:lnTo>
                  <a:lnTo>
                    <a:pt x="654938" y="159892"/>
                  </a:lnTo>
                  <a:lnTo>
                    <a:pt x="619506" y="140588"/>
                  </a:lnTo>
                  <a:lnTo>
                    <a:pt x="582549" y="122300"/>
                  </a:lnTo>
                  <a:lnTo>
                    <a:pt x="544449" y="105155"/>
                  </a:lnTo>
                  <a:lnTo>
                    <a:pt x="504951" y="89026"/>
                  </a:lnTo>
                  <a:lnTo>
                    <a:pt x="464058" y="74167"/>
                  </a:lnTo>
                  <a:lnTo>
                    <a:pt x="422148" y="60578"/>
                  </a:lnTo>
                  <a:lnTo>
                    <a:pt x="378968" y="48387"/>
                  </a:lnTo>
                  <a:lnTo>
                    <a:pt x="334772" y="37337"/>
                  </a:lnTo>
                  <a:lnTo>
                    <a:pt x="289433" y="27686"/>
                  </a:lnTo>
                  <a:lnTo>
                    <a:pt x="243205" y="19430"/>
                  </a:lnTo>
                  <a:lnTo>
                    <a:pt x="196214" y="12573"/>
                  </a:lnTo>
                  <a:lnTo>
                    <a:pt x="148336" y="7112"/>
                  </a:lnTo>
                  <a:lnTo>
                    <a:pt x="99441" y="3175"/>
                  </a:lnTo>
                  <a:lnTo>
                    <a:pt x="50164" y="762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412" y="1144524"/>
              <a:ext cx="8298942" cy="84353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140833" y="2148662"/>
            <a:ext cx="497840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Purpose–information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requirements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elicitation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structure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Deliverable–detailed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design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specifications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8445" y="4863210"/>
            <a:ext cx="2507615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Database activity–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logical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database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design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(transactions, </a:t>
            </a:r>
            <a:r>
              <a:rPr sz="2000" b="1" dirty="0">
                <a:latin typeface="Times New Roman"/>
                <a:cs typeface="Times New Roman"/>
              </a:rPr>
              <a:t>forms,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displays, </a:t>
            </a:r>
            <a:r>
              <a:rPr sz="2000" b="1" spc="-5" dirty="0">
                <a:latin typeface="Times New Roman"/>
                <a:cs typeface="Times New Roman"/>
              </a:rPr>
              <a:t>views, </a:t>
            </a:r>
            <a:r>
              <a:rPr sz="2000" b="1" dirty="0">
                <a:latin typeface="Times New Roman"/>
                <a:cs typeface="Times New Roman"/>
              </a:rPr>
              <a:t>data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integrity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security)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597408" y="1239088"/>
            <a:ext cx="109855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Gill Sans MT"/>
                <a:cs typeface="Gill Sans MT"/>
              </a:rPr>
              <a:t>SYSTEMS</a:t>
            </a:r>
            <a:r>
              <a:rPr spc="-3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DEVELOPMENT</a:t>
            </a:r>
            <a:r>
              <a:rPr spc="-1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LIFE</a:t>
            </a:r>
            <a:r>
              <a:rPr spc="-1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CYCLE</a:t>
            </a:r>
            <a:r>
              <a:rPr spc="-10" dirty="0">
                <a:latin typeface="Gill Sans MT"/>
                <a:cs typeface="Gill Sans MT"/>
              </a:rPr>
              <a:t> </a:t>
            </a:r>
            <a:r>
              <a:rPr spc="-60" dirty="0">
                <a:latin typeface="Gill Sans MT"/>
                <a:cs typeface="Gill Sans MT"/>
              </a:rPr>
              <a:t>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13668" y="6618528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9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172" y="2185161"/>
            <a:ext cx="6746494" cy="3339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00632" y="2300096"/>
            <a:ext cx="751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Narrow"/>
                <a:cs typeface="Arial Narrow"/>
              </a:rPr>
              <a:t>Pl</a:t>
            </a:r>
            <a:r>
              <a:rPr sz="1800" spc="-10" dirty="0">
                <a:latin typeface="Arial Narrow"/>
                <a:cs typeface="Arial Narrow"/>
              </a:rPr>
              <a:t>a</a:t>
            </a:r>
            <a:r>
              <a:rPr sz="1800" spc="-5" dirty="0">
                <a:latin typeface="Arial Narrow"/>
                <a:cs typeface="Arial Narrow"/>
              </a:rPr>
              <a:t>n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spc="-5" dirty="0">
                <a:latin typeface="Arial Narrow"/>
                <a:cs typeface="Arial Narrow"/>
              </a:rPr>
              <a:t>i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dirty="0">
                <a:latin typeface="Arial Narrow"/>
                <a:cs typeface="Arial Narrow"/>
              </a:rPr>
              <a:t>g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2185" y="3000502"/>
            <a:ext cx="722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Narrow"/>
                <a:cs typeface="Arial Narrow"/>
              </a:rPr>
              <a:t>A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spc="-5" dirty="0">
                <a:latin typeface="Arial Narrow"/>
                <a:cs typeface="Arial Narrow"/>
              </a:rPr>
              <a:t>a</a:t>
            </a:r>
            <a:r>
              <a:rPr sz="1800" spc="-10" dirty="0">
                <a:latin typeface="Arial Narrow"/>
                <a:cs typeface="Arial Narrow"/>
              </a:rPr>
              <a:t>l</a:t>
            </a:r>
            <a:r>
              <a:rPr sz="1800" dirty="0">
                <a:latin typeface="Arial Narrow"/>
                <a:cs typeface="Arial Narrow"/>
              </a:rPr>
              <a:t>ys</a:t>
            </a:r>
            <a:r>
              <a:rPr sz="1800" spc="-5" dirty="0">
                <a:latin typeface="Arial Narrow"/>
                <a:cs typeface="Arial Narrow"/>
              </a:rPr>
              <a:t>is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5250" y="4516630"/>
            <a:ext cx="1334770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Physical</a:t>
            </a:r>
            <a:r>
              <a:rPr sz="1800" spc="-5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81928" y="5081015"/>
            <a:ext cx="1762125" cy="52451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21285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955"/>
              </a:spcBef>
            </a:pPr>
            <a:r>
              <a:rPr sz="1800" spc="-5" dirty="0">
                <a:latin typeface="Arial Narrow"/>
                <a:cs typeface="Arial Narrow"/>
              </a:rPr>
              <a:t>Implementation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91628" y="5780532"/>
            <a:ext cx="1762125" cy="52578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22555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965"/>
              </a:spcBef>
            </a:pPr>
            <a:r>
              <a:rPr sz="1800" spc="-10" dirty="0">
                <a:latin typeface="Arial Narrow"/>
                <a:cs typeface="Arial Narrow"/>
              </a:rPr>
              <a:t>Maintenance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04665" y="3788791"/>
            <a:ext cx="1256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Narrow"/>
                <a:cs typeface="Arial Narrow"/>
              </a:rPr>
              <a:t>Logical</a:t>
            </a:r>
            <a:r>
              <a:rPr sz="1800" spc="-60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00928" y="3672585"/>
            <a:ext cx="1019810" cy="621030"/>
          </a:xfrm>
          <a:custGeom>
            <a:avLst/>
            <a:gdLst/>
            <a:ahLst/>
            <a:cxnLst/>
            <a:rect l="l" t="t" r="r" b="b"/>
            <a:pathLst>
              <a:path w="1019810" h="621029">
                <a:moveTo>
                  <a:pt x="923036" y="525271"/>
                </a:moveTo>
                <a:lnTo>
                  <a:pt x="920115" y="527176"/>
                </a:lnTo>
                <a:lnTo>
                  <a:pt x="917067" y="528955"/>
                </a:lnTo>
                <a:lnTo>
                  <a:pt x="916051" y="532891"/>
                </a:lnTo>
                <a:lnTo>
                  <a:pt x="917956" y="535813"/>
                </a:lnTo>
                <a:lnTo>
                  <a:pt x="969391" y="620521"/>
                </a:lnTo>
                <a:lnTo>
                  <a:pt x="976354" y="608076"/>
                </a:lnTo>
                <a:lnTo>
                  <a:pt x="962787" y="608076"/>
                </a:lnTo>
                <a:lnTo>
                  <a:pt x="962743" y="604265"/>
                </a:lnTo>
                <a:lnTo>
                  <a:pt x="961898" y="589533"/>
                </a:lnTo>
                <a:lnTo>
                  <a:pt x="961143" y="582509"/>
                </a:lnTo>
                <a:lnTo>
                  <a:pt x="926973" y="526288"/>
                </a:lnTo>
                <a:lnTo>
                  <a:pt x="923036" y="525271"/>
                </a:lnTo>
                <a:close/>
              </a:path>
              <a:path w="1019810" h="621029">
                <a:moveTo>
                  <a:pt x="961143" y="582509"/>
                </a:moveTo>
                <a:lnTo>
                  <a:pt x="961898" y="589533"/>
                </a:lnTo>
                <a:lnTo>
                  <a:pt x="962743" y="604265"/>
                </a:lnTo>
                <a:lnTo>
                  <a:pt x="962787" y="608076"/>
                </a:lnTo>
                <a:lnTo>
                  <a:pt x="975487" y="607821"/>
                </a:lnTo>
                <a:lnTo>
                  <a:pt x="975487" y="604901"/>
                </a:lnTo>
                <a:lnTo>
                  <a:pt x="963676" y="604901"/>
                </a:lnTo>
                <a:lnTo>
                  <a:pt x="968980" y="595403"/>
                </a:lnTo>
                <a:lnTo>
                  <a:pt x="961143" y="582509"/>
                </a:lnTo>
                <a:close/>
              </a:path>
              <a:path w="1019810" h="621029">
                <a:moveTo>
                  <a:pt x="1012317" y="523747"/>
                </a:moveTo>
                <a:lnTo>
                  <a:pt x="1008380" y="524763"/>
                </a:lnTo>
                <a:lnTo>
                  <a:pt x="1006729" y="527812"/>
                </a:lnTo>
                <a:lnTo>
                  <a:pt x="974234" y="585994"/>
                </a:lnTo>
                <a:lnTo>
                  <a:pt x="974471" y="588263"/>
                </a:lnTo>
                <a:lnTo>
                  <a:pt x="975487" y="604265"/>
                </a:lnTo>
                <a:lnTo>
                  <a:pt x="975487" y="607821"/>
                </a:lnTo>
                <a:lnTo>
                  <a:pt x="962787" y="608076"/>
                </a:lnTo>
                <a:lnTo>
                  <a:pt x="976354" y="608076"/>
                </a:lnTo>
                <a:lnTo>
                  <a:pt x="1017778" y="534034"/>
                </a:lnTo>
                <a:lnTo>
                  <a:pt x="1019429" y="530987"/>
                </a:lnTo>
                <a:lnTo>
                  <a:pt x="1018413" y="527176"/>
                </a:lnTo>
                <a:lnTo>
                  <a:pt x="1015365" y="525399"/>
                </a:lnTo>
                <a:lnTo>
                  <a:pt x="1012317" y="523747"/>
                </a:lnTo>
                <a:close/>
              </a:path>
              <a:path w="1019810" h="621029">
                <a:moveTo>
                  <a:pt x="968980" y="595403"/>
                </a:moveTo>
                <a:lnTo>
                  <a:pt x="963676" y="604901"/>
                </a:lnTo>
                <a:lnTo>
                  <a:pt x="974598" y="604646"/>
                </a:lnTo>
                <a:lnTo>
                  <a:pt x="968980" y="595403"/>
                </a:lnTo>
                <a:close/>
              </a:path>
              <a:path w="1019810" h="621029">
                <a:moveTo>
                  <a:pt x="974234" y="585994"/>
                </a:moveTo>
                <a:lnTo>
                  <a:pt x="968980" y="595403"/>
                </a:lnTo>
                <a:lnTo>
                  <a:pt x="974598" y="604646"/>
                </a:lnTo>
                <a:lnTo>
                  <a:pt x="963676" y="604901"/>
                </a:lnTo>
                <a:lnTo>
                  <a:pt x="975487" y="604901"/>
                </a:lnTo>
                <a:lnTo>
                  <a:pt x="975487" y="604265"/>
                </a:lnTo>
                <a:lnTo>
                  <a:pt x="974471" y="588263"/>
                </a:lnTo>
                <a:lnTo>
                  <a:pt x="974234" y="585994"/>
                </a:lnTo>
                <a:close/>
              </a:path>
              <a:path w="1019810" h="621029">
                <a:moveTo>
                  <a:pt x="254" y="0"/>
                </a:moveTo>
                <a:lnTo>
                  <a:pt x="0" y="12700"/>
                </a:lnTo>
                <a:lnTo>
                  <a:pt x="49911" y="13462"/>
                </a:lnTo>
                <a:lnTo>
                  <a:pt x="98933" y="15875"/>
                </a:lnTo>
                <a:lnTo>
                  <a:pt x="147193" y="19684"/>
                </a:lnTo>
                <a:lnTo>
                  <a:pt x="194818" y="25145"/>
                </a:lnTo>
                <a:lnTo>
                  <a:pt x="241426" y="32003"/>
                </a:lnTo>
                <a:lnTo>
                  <a:pt x="287274" y="40258"/>
                </a:lnTo>
                <a:lnTo>
                  <a:pt x="332105" y="49783"/>
                </a:lnTo>
                <a:lnTo>
                  <a:pt x="375920" y="60832"/>
                </a:lnTo>
                <a:lnTo>
                  <a:pt x="418592" y="73025"/>
                </a:lnTo>
                <a:lnTo>
                  <a:pt x="460121" y="86487"/>
                </a:lnTo>
                <a:lnTo>
                  <a:pt x="500634" y="101218"/>
                </a:lnTo>
                <a:lnTo>
                  <a:pt x="539623" y="117093"/>
                </a:lnTo>
                <a:lnTo>
                  <a:pt x="577342" y="134112"/>
                </a:lnTo>
                <a:lnTo>
                  <a:pt x="613918" y="152272"/>
                </a:lnTo>
                <a:lnTo>
                  <a:pt x="648716" y="171450"/>
                </a:lnTo>
                <a:lnTo>
                  <a:pt x="682244" y="191769"/>
                </a:lnTo>
                <a:lnTo>
                  <a:pt x="713994" y="212851"/>
                </a:lnTo>
                <a:lnTo>
                  <a:pt x="772795" y="257937"/>
                </a:lnTo>
                <a:lnTo>
                  <a:pt x="824611" y="306577"/>
                </a:lnTo>
                <a:lnTo>
                  <a:pt x="868934" y="358139"/>
                </a:lnTo>
                <a:lnTo>
                  <a:pt x="905256" y="412750"/>
                </a:lnTo>
                <a:lnTo>
                  <a:pt x="933069" y="469519"/>
                </a:lnTo>
                <a:lnTo>
                  <a:pt x="948182" y="513588"/>
                </a:lnTo>
                <a:lnTo>
                  <a:pt x="958088" y="558800"/>
                </a:lnTo>
                <a:lnTo>
                  <a:pt x="961143" y="582509"/>
                </a:lnTo>
                <a:lnTo>
                  <a:pt x="968980" y="595403"/>
                </a:lnTo>
                <a:lnTo>
                  <a:pt x="974234" y="585994"/>
                </a:lnTo>
                <a:lnTo>
                  <a:pt x="972820" y="572388"/>
                </a:lnTo>
                <a:lnTo>
                  <a:pt x="970534" y="556513"/>
                </a:lnTo>
                <a:lnTo>
                  <a:pt x="960374" y="509905"/>
                </a:lnTo>
                <a:lnTo>
                  <a:pt x="944753" y="464438"/>
                </a:lnTo>
                <a:lnTo>
                  <a:pt x="916051" y="406019"/>
                </a:lnTo>
                <a:lnTo>
                  <a:pt x="878840" y="350265"/>
                </a:lnTo>
                <a:lnTo>
                  <a:pt x="833501" y="297433"/>
                </a:lnTo>
                <a:lnTo>
                  <a:pt x="780796" y="248157"/>
                </a:lnTo>
                <a:lnTo>
                  <a:pt x="721106" y="202311"/>
                </a:lnTo>
                <a:lnTo>
                  <a:pt x="688848" y="180847"/>
                </a:lnTo>
                <a:lnTo>
                  <a:pt x="654938" y="160274"/>
                </a:lnTo>
                <a:lnTo>
                  <a:pt x="619506" y="140843"/>
                </a:lnTo>
                <a:lnTo>
                  <a:pt x="582676" y="122555"/>
                </a:lnTo>
                <a:lnTo>
                  <a:pt x="544449" y="105282"/>
                </a:lnTo>
                <a:lnTo>
                  <a:pt x="504951" y="89407"/>
                </a:lnTo>
                <a:lnTo>
                  <a:pt x="464058" y="74421"/>
                </a:lnTo>
                <a:lnTo>
                  <a:pt x="422148" y="60832"/>
                </a:lnTo>
                <a:lnTo>
                  <a:pt x="378968" y="48513"/>
                </a:lnTo>
                <a:lnTo>
                  <a:pt x="334772" y="37337"/>
                </a:lnTo>
                <a:lnTo>
                  <a:pt x="289433" y="27686"/>
                </a:lnTo>
                <a:lnTo>
                  <a:pt x="243205" y="19431"/>
                </a:lnTo>
                <a:lnTo>
                  <a:pt x="196215" y="12572"/>
                </a:lnTo>
                <a:lnTo>
                  <a:pt x="148336" y="7112"/>
                </a:lnTo>
                <a:lnTo>
                  <a:pt x="99441" y="3175"/>
                </a:lnTo>
                <a:lnTo>
                  <a:pt x="50165" y="762"/>
                </a:lnTo>
                <a:lnTo>
                  <a:pt x="25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43544" y="5074665"/>
            <a:ext cx="1019810" cy="619125"/>
          </a:xfrm>
          <a:custGeom>
            <a:avLst/>
            <a:gdLst/>
            <a:ahLst/>
            <a:cxnLst/>
            <a:rect l="l" t="t" r="r" b="b"/>
            <a:pathLst>
              <a:path w="1019809" h="619125">
                <a:moveTo>
                  <a:pt x="923035" y="523798"/>
                </a:moveTo>
                <a:lnTo>
                  <a:pt x="919987" y="525614"/>
                </a:lnTo>
                <a:lnTo>
                  <a:pt x="917066" y="527443"/>
                </a:lnTo>
                <a:lnTo>
                  <a:pt x="916051" y="531342"/>
                </a:lnTo>
                <a:lnTo>
                  <a:pt x="917955" y="534339"/>
                </a:lnTo>
                <a:lnTo>
                  <a:pt x="969390" y="619023"/>
                </a:lnTo>
                <a:lnTo>
                  <a:pt x="976375" y="606539"/>
                </a:lnTo>
                <a:lnTo>
                  <a:pt x="962786" y="606539"/>
                </a:lnTo>
                <a:lnTo>
                  <a:pt x="962743" y="602805"/>
                </a:lnTo>
                <a:lnTo>
                  <a:pt x="961898" y="588124"/>
                </a:lnTo>
                <a:lnTo>
                  <a:pt x="961132" y="580984"/>
                </a:lnTo>
                <a:lnTo>
                  <a:pt x="928524" y="527367"/>
                </a:lnTo>
                <a:lnTo>
                  <a:pt x="926973" y="524751"/>
                </a:lnTo>
                <a:lnTo>
                  <a:pt x="923035" y="523798"/>
                </a:lnTo>
                <a:close/>
              </a:path>
              <a:path w="1019809" h="619125">
                <a:moveTo>
                  <a:pt x="961132" y="580984"/>
                </a:moveTo>
                <a:lnTo>
                  <a:pt x="961898" y="588124"/>
                </a:lnTo>
                <a:lnTo>
                  <a:pt x="962743" y="602805"/>
                </a:lnTo>
                <a:lnTo>
                  <a:pt x="962786" y="606539"/>
                </a:lnTo>
                <a:lnTo>
                  <a:pt x="975486" y="606310"/>
                </a:lnTo>
                <a:lnTo>
                  <a:pt x="975486" y="603326"/>
                </a:lnTo>
                <a:lnTo>
                  <a:pt x="963676" y="603326"/>
                </a:lnTo>
                <a:lnTo>
                  <a:pt x="968966" y="593865"/>
                </a:lnTo>
                <a:lnTo>
                  <a:pt x="961132" y="580984"/>
                </a:lnTo>
                <a:close/>
              </a:path>
              <a:path w="1019809" h="619125">
                <a:moveTo>
                  <a:pt x="1012316" y="522185"/>
                </a:moveTo>
                <a:lnTo>
                  <a:pt x="1008379" y="523278"/>
                </a:lnTo>
                <a:lnTo>
                  <a:pt x="1006728" y="526338"/>
                </a:lnTo>
                <a:lnTo>
                  <a:pt x="974225" y="584461"/>
                </a:lnTo>
                <a:lnTo>
                  <a:pt x="974471" y="586816"/>
                </a:lnTo>
                <a:lnTo>
                  <a:pt x="975486" y="602805"/>
                </a:lnTo>
                <a:lnTo>
                  <a:pt x="975486" y="606310"/>
                </a:lnTo>
                <a:lnTo>
                  <a:pt x="962786" y="606539"/>
                </a:lnTo>
                <a:lnTo>
                  <a:pt x="976375" y="606539"/>
                </a:lnTo>
                <a:lnTo>
                  <a:pt x="1017777" y="532536"/>
                </a:lnTo>
                <a:lnTo>
                  <a:pt x="1019428" y="529475"/>
                </a:lnTo>
                <a:lnTo>
                  <a:pt x="1018412" y="525602"/>
                </a:lnTo>
                <a:lnTo>
                  <a:pt x="1012316" y="522185"/>
                </a:lnTo>
                <a:close/>
              </a:path>
              <a:path w="1019809" h="619125">
                <a:moveTo>
                  <a:pt x="968966" y="593865"/>
                </a:moveTo>
                <a:lnTo>
                  <a:pt x="963676" y="603326"/>
                </a:lnTo>
                <a:lnTo>
                  <a:pt x="974598" y="603122"/>
                </a:lnTo>
                <a:lnTo>
                  <a:pt x="968966" y="593865"/>
                </a:lnTo>
                <a:close/>
              </a:path>
              <a:path w="1019809" h="619125">
                <a:moveTo>
                  <a:pt x="974225" y="584461"/>
                </a:moveTo>
                <a:lnTo>
                  <a:pt x="968966" y="593865"/>
                </a:lnTo>
                <a:lnTo>
                  <a:pt x="974598" y="603122"/>
                </a:lnTo>
                <a:lnTo>
                  <a:pt x="963676" y="603326"/>
                </a:lnTo>
                <a:lnTo>
                  <a:pt x="975486" y="603326"/>
                </a:lnTo>
                <a:lnTo>
                  <a:pt x="975486" y="602805"/>
                </a:lnTo>
                <a:lnTo>
                  <a:pt x="974471" y="586816"/>
                </a:lnTo>
                <a:lnTo>
                  <a:pt x="974225" y="584461"/>
                </a:lnTo>
                <a:close/>
              </a:path>
              <a:path w="1019809" h="619125">
                <a:moveTo>
                  <a:pt x="253" y="0"/>
                </a:moveTo>
                <a:lnTo>
                  <a:pt x="0" y="12699"/>
                </a:lnTo>
                <a:lnTo>
                  <a:pt x="49910" y="13461"/>
                </a:lnTo>
                <a:lnTo>
                  <a:pt x="98932" y="15874"/>
                </a:lnTo>
                <a:lnTo>
                  <a:pt x="147193" y="19684"/>
                </a:lnTo>
                <a:lnTo>
                  <a:pt x="194818" y="25145"/>
                </a:lnTo>
                <a:lnTo>
                  <a:pt x="241426" y="32003"/>
                </a:lnTo>
                <a:lnTo>
                  <a:pt x="287274" y="40131"/>
                </a:lnTo>
                <a:lnTo>
                  <a:pt x="332104" y="49656"/>
                </a:lnTo>
                <a:lnTo>
                  <a:pt x="375920" y="60705"/>
                </a:lnTo>
                <a:lnTo>
                  <a:pt x="418591" y="72897"/>
                </a:lnTo>
                <a:lnTo>
                  <a:pt x="460121" y="86359"/>
                </a:lnTo>
                <a:lnTo>
                  <a:pt x="500633" y="100964"/>
                </a:lnTo>
                <a:lnTo>
                  <a:pt x="539623" y="116966"/>
                </a:lnTo>
                <a:lnTo>
                  <a:pt x="577469" y="133857"/>
                </a:lnTo>
                <a:lnTo>
                  <a:pt x="613918" y="152018"/>
                </a:lnTo>
                <a:lnTo>
                  <a:pt x="648715" y="171068"/>
                </a:lnTo>
                <a:lnTo>
                  <a:pt x="682244" y="191261"/>
                </a:lnTo>
                <a:lnTo>
                  <a:pt x="713994" y="212343"/>
                </a:lnTo>
                <a:lnTo>
                  <a:pt x="772795" y="257428"/>
                </a:lnTo>
                <a:lnTo>
                  <a:pt x="824610" y="305815"/>
                </a:lnTo>
                <a:lnTo>
                  <a:pt x="868933" y="357377"/>
                </a:lnTo>
                <a:lnTo>
                  <a:pt x="905255" y="411733"/>
                </a:lnTo>
                <a:lnTo>
                  <a:pt x="933069" y="468502"/>
                </a:lnTo>
                <a:lnTo>
                  <a:pt x="948181" y="512444"/>
                </a:lnTo>
                <a:lnTo>
                  <a:pt x="958087" y="557453"/>
                </a:lnTo>
                <a:lnTo>
                  <a:pt x="961132" y="580984"/>
                </a:lnTo>
                <a:lnTo>
                  <a:pt x="968966" y="593865"/>
                </a:lnTo>
                <a:lnTo>
                  <a:pt x="974225" y="584461"/>
                </a:lnTo>
                <a:lnTo>
                  <a:pt x="972820" y="570966"/>
                </a:lnTo>
                <a:lnTo>
                  <a:pt x="970533" y="555193"/>
                </a:lnTo>
                <a:lnTo>
                  <a:pt x="960374" y="508761"/>
                </a:lnTo>
                <a:lnTo>
                  <a:pt x="944752" y="463295"/>
                </a:lnTo>
                <a:lnTo>
                  <a:pt x="916051" y="405002"/>
                </a:lnTo>
                <a:lnTo>
                  <a:pt x="878839" y="349503"/>
                </a:lnTo>
                <a:lnTo>
                  <a:pt x="833501" y="296798"/>
                </a:lnTo>
                <a:lnTo>
                  <a:pt x="780796" y="247522"/>
                </a:lnTo>
                <a:lnTo>
                  <a:pt x="721105" y="201802"/>
                </a:lnTo>
                <a:lnTo>
                  <a:pt x="688848" y="180339"/>
                </a:lnTo>
                <a:lnTo>
                  <a:pt x="654938" y="159892"/>
                </a:lnTo>
                <a:lnTo>
                  <a:pt x="619505" y="140588"/>
                </a:lnTo>
                <a:lnTo>
                  <a:pt x="582549" y="122300"/>
                </a:lnTo>
                <a:lnTo>
                  <a:pt x="544449" y="105155"/>
                </a:lnTo>
                <a:lnTo>
                  <a:pt x="504951" y="89026"/>
                </a:lnTo>
                <a:lnTo>
                  <a:pt x="464057" y="74167"/>
                </a:lnTo>
                <a:lnTo>
                  <a:pt x="422148" y="60578"/>
                </a:lnTo>
                <a:lnTo>
                  <a:pt x="378968" y="48386"/>
                </a:lnTo>
                <a:lnTo>
                  <a:pt x="334772" y="37337"/>
                </a:lnTo>
                <a:lnTo>
                  <a:pt x="289432" y="27685"/>
                </a:lnTo>
                <a:lnTo>
                  <a:pt x="243204" y="19430"/>
                </a:lnTo>
                <a:lnTo>
                  <a:pt x="196214" y="12572"/>
                </a:lnTo>
                <a:lnTo>
                  <a:pt x="148208" y="7111"/>
                </a:lnTo>
                <a:lnTo>
                  <a:pt x="99440" y="3174"/>
                </a:lnTo>
                <a:lnTo>
                  <a:pt x="50164" y="761"/>
                </a:lnTo>
                <a:lnTo>
                  <a:pt x="25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09182" y="5605246"/>
            <a:ext cx="1282700" cy="619125"/>
          </a:xfrm>
          <a:custGeom>
            <a:avLst/>
            <a:gdLst/>
            <a:ahLst/>
            <a:cxnLst/>
            <a:rect l="l" t="t" r="r" b="b"/>
            <a:pathLst>
              <a:path w="1282700" h="619125">
                <a:moveTo>
                  <a:pt x="50136" y="25165"/>
                </a:moveTo>
                <a:lnTo>
                  <a:pt x="45083" y="34340"/>
                </a:lnTo>
                <a:lnTo>
                  <a:pt x="46862" y="48298"/>
                </a:lnTo>
                <a:lnTo>
                  <a:pt x="49783" y="64020"/>
                </a:lnTo>
                <a:lnTo>
                  <a:pt x="62864" y="110705"/>
                </a:lnTo>
                <a:lnTo>
                  <a:pt x="82803" y="156108"/>
                </a:lnTo>
                <a:lnTo>
                  <a:pt x="109092" y="200202"/>
                </a:lnTo>
                <a:lnTo>
                  <a:pt x="141604" y="242747"/>
                </a:lnTo>
                <a:lnTo>
                  <a:pt x="180086" y="283527"/>
                </a:lnTo>
                <a:lnTo>
                  <a:pt x="208787" y="309892"/>
                </a:lnTo>
                <a:lnTo>
                  <a:pt x="239902" y="335343"/>
                </a:lnTo>
                <a:lnTo>
                  <a:pt x="273431" y="359994"/>
                </a:lnTo>
                <a:lnTo>
                  <a:pt x="327913" y="395300"/>
                </a:lnTo>
                <a:lnTo>
                  <a:pt x="366902" y="417614"/>
                </a:lnTo>
                <a:lnTo>
                  <a:pt x="408050" y="438962"/>
                </a:lnTo>
                <a:lnTo>
                  <a:pt x="450976" y="459346"/>
                </a:lnTo>
                <a:lnTo>
                  <a:pt x="495935" y="478663"/>
                </a:lnTo>
                <a:lnTo>
                  <a:pt x="542670" y="496925"/>
                </a:lnTo>
                <a:lnTo>
                  <a:pt x="591185" y="514134"/>
                </a:lnTo>
                <a:lnTo>
                  <a:pt x="641349" y="530097"/>
                </a:lnTo>
                <a:lnTo>
                  <a:pt x="693165" y="544918"/>
                </a:lnTo>
                <a:lnTo>
                  <a:pt x="746633" y="558482"/>
                </a:lnTo>
                <a:lnTo>
                  <a:pt x="801369" y="570801"/>
                </a:lnTo>
                <a:lnTo>
                  <a:pt x="857503" y="581786"/>
                </a:lnTo>
                <a:lnTo>
                  <a:pt x="914908" y="591438"/>
                </a:lnTo>
                <a:lnTo>
                  <a:pt x="973582" y="599744"/>
                </a:lnTo>
                <a:lnTo>
                  <a:pt x="1033525" y="606526"/>
                </a:lnTo>
                <a:lnTo>
                  <a:pt x="1094359" y="611962"/>
                </a:lnTo>
                <a:lnTo>
                  <a:pt x="1156208" y="615873"/>
                </a:lnTo>
                <a:lnTo>
                  <a:pt x="1218945" y="618261"/>
                </a:lnTo>
                <a:lnTo>
                  <a:pt x="1282318" y="619023"/>
                </a:lnTo>
                <a:lnTo>
                  <a:pt x="1282572" y="606323"/>
                </a:lnTo>
                <a:lnTo>
                  <a:pt x="1219072" y="605561"/>
                </a:lnTo>
                <a:lnTo>
                  <a:pt x="1156715" y="603186"/>
                </a:lnTo>
                <a:lnTo>
                  <a:pt x="1095120" y="599287"/>
                </a:lnTo>
                <a:lnTo>
                  <a:pt x="1034541" y="593877"/>
                </a:lnTo>
                <a:lnTo>
                  <a:pt x="974978" y="587121"/>
                </a:lnTo>
                <a:lnTo>
                  <a:pt x="916686" y="578866"/>
                </a:lnTo>
                <a:lnTo>
                  <a:pt x="859663" y="569264"/>
                </a:lnTo>
                <a:lnTo>
                  <a:pt x="803783" y="558342"/>
                </a:lnTo>
                <a:lnTo>
                  <a:pt x="749426" y="546087"/>
                </a:lnTo>
                <a:lnTo>
                  <a:pt x="696340" y="532599"/>
                </a:lnTo>
                <a:lnTo>
                  <a:pt x="644906" y="517893"/>
                </a:lnTo>
                <a:lnTo>
                  <a:pt x="594994" y="502043"/>
                </a:lnTo>
                <a:lnTo>
                  <a:pt x="546988" y="484962"/>
                </a:lnTo>
                <a:lnTo>
                  <a:pt x="500507" y="466839"/>
                </a:lnTo>
                <a:lnTo>
                  <a:pt x="455929" y="447674"/>
                </a:lnTo>
                <a:lnTo>
                  <a:pt x="413385" y="427481"/>
                </a:lnTo>
                <a:lnTo>
                  <a:pt x="372744" y="406349"/>
                </a:lnTo>
                <a:lnTo>
                  <a:pt x="334263" y="384276"/>
                </a:lnTo>
                <a:lnTo>
                  <a:pt x="297941" y="361276"/>
                </a:lnTo>
                <a:lnTo>
                  <a:pt x="263906" y="337400"/>
                </a:lnTo>
                <a:lnTo>
                  <a:pt x="232028" y="312724"/>
                </a:lnTo>
                <a:lnTo>
                  <a:pt x="202564" y="287312"/>
                </a:lnTo>
                <a:lnTo>
                  <a:pt x="163067" y="247815"/>
                </a:lnTo>
                <a:lnTo>
                  <a:pt x="129412" y="206870"/>
                </a:lnTo>
                <a:lnTo>
                  <a:pt x="101726" y="164503"/>
                </a:lnTo>
                <a:lnTo>
                  <a:pt x="80390" y="120942"/>
                </a:lnTo>
                <a:lnTo>
                  <a:pt x="65531" y="76314"/>
                </a:lnTo>
                <a:lnTo>
                  <a:pt x="58458" y="38685"/>
                </a:lnTo>
                <a:lnTo>
                  <a:pt x="50136" y="25165"/>
                </a:lnTo>
                <a:close/>
              </a:path>
              <a:path w="1282700" h="619125">
                <a:moveTo>
                  <a:pt x="49529" y="0"/>
                </a:moveTo>
                <a:lnTo>
                  <a:pt x="1650" y="86779"/>
                </a:lnTo>
                <a:lnTo>
                  <a:pt x="0" y="89852"/>
                </a:lnTo>
                <a:lnTo>
                  <a:pt x="1142" y="93713"/>
                </a:lnTo>
                <a:lnTo>
                  <a:pt x="7238" y="97104"/>
                </a:lnTo>
                <a:lnTo>
                  <a:pt x="11048" y="95986"/>
                </a:lnTo>
                <a:lnTo>
                  <a:pt x="12826" y="92913"/>
                </a:lnTo>
                <a:lnTo>
                  <a:pt x="45083" y="34340"/>
                </a:lnTo>
                <a:lnTo>
                  <a:pt x="44830" y="32359"/>
                </a:lnTo>
                <a:lnTo>
                  <a:pt x="43560" y="16332"/>
                </a:lnTo>
                <a:lnTo>
                  <a:pt x="43433" y="12750"/>
                </a:lnTo>
                <a:lnTo>
                  <a:pt x="56133" y="12445"/>
                </a:lnTo>
                <a:lnTo>
                  <a:pt x="57192" y="12445"/>
                </a:lnTo>
                <a:lnTo>
                  <a:pt x="49529" y="0"/>
                </a:lnTo>
                <a:close/>
              </a:path>
              <a:path w="1282700" h="619125">
                <a:moveTo>
                  <a:pt x="57192" y="12445"/>
                </a:moveTo>
                <a:lnTo>
                  <a:pt x="56133" y="12445"/>
                </a:lnTo>
                <a:lnTo>
                  <a:pt x="56260" y="15341"/>
                </a:lnTo>
                <a:lnTo>
                  <a:pt x="90677" y="91033"/>
                </a:lnTo>
                <a:lnTo>
                  <a:pt x="96392" y="94945"/>
                </a:lnTo>
                <a:lnTo>
                  <a:pt x="99440" y="93103"/>
                </a:lnTo>
                <a:lnTo>
                  <a:pt x="102362" y="91262"/>
                </a:lnTo>
                <a:lnTo>
                  <a:pt x="103377" y="87350"/>
                </a:lnTo>
                <a:lnTo>
                  <a:pt x="101472" y="84366"/>
                </a:lnTo>
                <a:lnTo>
                  <a:pt x="57192" y="12445"/>
                </a:lnTo>
                <a:close/>
              </a:path>
              <a:path w="1282700" h="619125">
                <a:moveTo>
                  <a:pt x="56284" y="15659"/>
                </a:moveTo>
                <a:lnTo>
                  <a:pt x="55371" y="15659"/>
                </a:lnTo>
                <a:lnTo>
                  <a:pt x="50136" y="25165"/>
                </a:lnTo>
                <a:lnTo>
                  <a:pt x="58458" y="38685"/>
                </a:lnTo>
                <a:lnTo>
                  <a:pt x="57403" y="30746"/>
                </a:lnTo>
                <a:lnTo>
                  <a:pt x="56284" y="15659"/>
                </a:lnTo>
                <a:close/>
              </a:path>
              <a:path w="1282700" h="619125">
                <a:moveTo>
                  <a:pt x="56133" y="12445"/>
                </a:moveTo>
                <a:lnTo>
                  <a:pt x="43433" y="12750"/>
                </a:lnTo>
                <a:lnTo>
                  <a:pt x="43560" y="16332"/>
                </a:lnTo>
                <a:lnTo>
                  <a:pt x="44830" y="32359"/>
                </a:lnTo>
                <a:lnTo>
                  <a:pt x="45083" y="34340"/>
                </a:lnTo>
                <a:lnTo>
                  <a:pt x="50136" y="25165"/>
                </a:lnTo>
                <a:lnTo>
                  <a:pt x="44450" y="15925"/>
                </a:lnTo>
                <a:lnTo>
                  <a:pt x="55371" y="15659"/>
                </a:lnTo>
                <a:lnTo>
                  <a:pt x="56284" y="15659"/>
                </a:lnTo>
                <a:lnTo>
                  <a:pt x="56133" y="12445"/>
                </a:lnTo>
                <a:close/>
              </a:path>
              <a:path w="1282700" h="619125">
                <a:moveTo>
                  <a:pt x="55371" y="15659"/>
                </a:moveTo>
                <a:lnTo>
                  <a:pt x="44450" y="15925"/>
                </a:lnTo>
                <a:lnTo>
                  <a:pt x="50136" y="25165"/>
                </a:lnTo>
                <a:lnTo>
                  <a:pt x="55371" y="15659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60950" y="4459046"/>
            <a:ext cx="16236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5" dirty="0">
                <a:solidFill>
                  <a:srgbClr val="EBEBEB"/>
                </a:solidFill>
                <a:latin typeface="Arial Narrow"/>
                <a:cs typeface="Arial Narrow"/>
              </a:rPr>
              <a:t>Physical</a:t>
            </a:r>
            <a:r>
              <a:rPr sz="2000" b="1" i="1" spc="-65" dirty="0">
                <a:solidFill>
                  <a:srgbClr val="EBEBEB"/>
                </a:solidFill>
                <a:latin typeface="Arial Narrow"/>
                <a:cs typeface="Arial Narrow"/>
              </a:rPr>
              <a:t> </a:t>
            </a:r>
            <a:r>
              <a:rPr sz="2000" b="1" i="1" dirty="0">
                <a:solidFill>
                  <a:srgbClr val="EBEBEB"/>
                </a:solidFill>
                <a:latin typeface="Arial Narrow"/>
                <a:cs typeface="Arial Narrow"/>
              </a:rPr>
              <a:t>Design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18582" y="2063242"/>
            <a:ext cx="3629660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Purpose–develop technology and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organizational specifications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Deliverable–program/data 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structures,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technology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purchases,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organization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redesigns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9600" y="5111877"/>
            <a:ext cx="3497579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Database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activity–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physical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database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design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(define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database to DBMS, physical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 organization, database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processing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programs)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97408" y="1239088"/>
            <a:ext cx="109855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Gill Sans MT"/>
                <a:cs typeface="Gill Sans MT"/>
              </a:rPr>
              <a:t>SYSTEMS</a:t>
            </a:r>
            <a:r>
              <a:rPr spc="-3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DEVELOPMENT</a:t>
            </a:r>
            <a:r>
              <a:rPr spc="-1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LIFE</a:t>
            </a:r>
            <a:r>
              <a:rPr spc="-1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CYCLE</a:t>
            </a:r>
            <a:r>
              <a:rPr spc="-10" dirty="0">
                <a:latin typeface="Gill Sans MT"/>
                <a:cs typeface="Gill Sans MT"/>
              </a:rPr>
              <a:t> </a:t>
            </a:r>
            <a:r>
              <a:rPr spc="-60" dirty="0">
                <a:latin typeface="Gill Sans MT"/>
                <a:cs typeface="Gill Sans MT"/>
              </a:rPr>
              <a:t>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2131822"/>
            <a:ext cx="8458200" cy="41211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31722" y="2246757"/>
            <a:ext cx="751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Narrow"/>
                <a:cs typeface="Arial Narrow"/>
              </a:rPr>
              <a:t>Pl</a:t>
            </a:r>
            <a:r>
              <a:rPr sz="1800" spc="-10" dirty="0">
                <a:latin typeface="Arial Narrow"/>
                <a:cs typeface="Arial Narrow"/>
              </a:rPr>
              <a:t>a</a:t>
            </a:r>
            <a:r>
              <a:rPr sz="1800" spc="-5" dirty="0">
                <a:latin typeface="Arial Narrow"/>
                <a:cs typeface="Arial Narrow"/>
              </a:rPr>
              <a:t>n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spc="-5" dirty="0">
                <a:latin typeface="Arial Narrow"/>
                <a:cs typeface="Arial Narrow"/>
              </a:rPr>
              <a:t>i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dirty="0">
                <a:latin typeface="Arial Narrow"/>
                <a:cs typeface="Arial Narrow"/>
              </a:rPr>
              <a:t>g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43529" y="2947161"/>
            <a:ext cx="722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Narrow"/>
                <a:cs typeface="Arial Narrow"/>
              </a:rPr>
              <a:t>A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spc="-5" dirty="0">
                <a:latin typeface="Arial Narrow"/>
                <a:cs typeface="Arial Narrow"/>
              </a:rPr>
              <a:t>a</a:t>
            </a:r>
            <a:r>
              <a:rPr sz="1800" spc="-10" dirty="0">
                <a:latin typeface="Arial Narrow"/>
                <a:cs typeface="Arial Narrow"/>
              </a:rPr>
              <a:t>l</a:t>
            </a:r>
            <a:r>
              <a:rPr sz="1800" dirty="0">
                <a:latin typeface="Arial Narrow"/>
                <a:cs typeface="Arial Narrow"/>
              </a:rPr>
              <a:t>ys</a:t>
            </a:r>
            <a:r>
              <a:rPr sz="1800" spc="-5" dirty="0">
                <a:latin typeface="Arial Narrow"/>
                <a:cs typeface="Arial Narrow"/>
              </a:rPr>
              <a:t>is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5715" y="5163409"/>
            <a:ext cx="1277620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I</a:t>
            </a:r>
            <a:r>
              <a:rPr sz="1800" spc="-15" dirty="0">
                <a:latin typeface="Arial Narrow"/>
                <a:cs typeface="Arial Narrow"/>
              </a:rPr>
              <a:t>m</a:t>
            </a:r>
            <a:r>
              <a:rPr sz="1800" spc="-10" dirty="0">
                <a:latin typeface="Arial Narrow"/>
                <a:cs typeface="Arial Narrow"/>
              </a:rPr>
              <a:t>p</a:t>
            </a:r>
            <a:r>
              <a:rPr sz="1800" spc="-5" dirty="0">
                <a:latin typeface="Arial Narrow"/>
                <a:cs typeface="Arial Narrow"/>
              </a:rPr>
              <a:t>l</a:t>
            </a:r>
            <a:r>
              <a:rPr sz="1800" spc="-15" dirty="0">
                <a:latin typeface="Arial Narrow"/>
                <a:cs typeface="Arial Narrow"/>
              </a:rPr>
              <a:t>e</a:t>
            </a:r>
            <a:r>
              <a:rPr sz="1800" spc="-10" dirty="0">
                <a:latin typeface="Arial Narrow"/>
                <a:cs typeface="Arial Narrow"/>
              </a:rPr>
              <a:t>men</a:t>
            </a:r>
            <a:r>
              <a:rPr sz="1800" dirty="0">
                <a:latin typeface="Arial Narrow"/>
                <a:cs typeface="Arial Narrow"/>
              </a:rPr>
              <a:t>t</a:t>
            </a:r>
            <a:r>
              <a:rPr sz="1800" spc="-10" dirty="0">
                <a:latin typeface="Arial Narrow"/>
                <a:cs typeface="Arial Narrow"/>
              </a:rPr>
              <a:t>a</a:t>
            </a:r>
            <a:r>
              <a:rPr sz="1800" dirty="0">
                <a:latin typeface="Arial Narrow"/>
                <a:cs typeface="Arial Narrow"/>
              </a:rPr>
              <a:t>ti</a:t>
            </a:r>
            <a:r>
              <a:rPr sz="1800" spc="5" dirty="0">
                <a:latin typeface="Arial Narrow"/>
                <a:cs typeface="Arial Narrow"/>
              </a:rPr>
              <a:t>o</a:t>
            </a:r>
            <a:r>
              <a:rPr sz="1800" dirty="0">
                <a:latin typeface="Arial Narrow"/>
                <a:cs typeface="Arial Narrow"/>
              </a:rPr>
              <a:t>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58125" y="5837021"/>
            <a:ext cx="1094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Narrow"/>
                <a:cs typeface="Arial Narrow"/>
              </a:rPr>
              <a:t>Maintenance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5755" y="3735451"/>
            <a:ext cx="2717800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Narrow"/>
                <a:cs typeface="Arial Narrow"/>
              </a:rPr>
              <a:t>Logical</a:t>
            </a:r>
            <a:r>
              <a:rPr sz="1800" spc="-2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 Narrow"/>
              <a:cs typeface="Arial Narrow"/>
            </a:endParaRPr>
          </a:p>
          <a:p>
            <a:pPr marL="1370330">
              <a:lnSpc>
                <a:spcPct val="100000"/>
              </a:lnSpc>
            </a:pPr>
            <a:r>
              <a:rPr sz="1800" spc="-5" dirty="0">
                <a:latin typeface="Arial Narrow"/>
                <a:cs typeface="Arial Narrow"/>
              </a:rPr>
              <a:t>Physical</a:t>
            </a:r>
            <a:r>
              <a:rPr sz="1800" spc="-6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31765" y="3620770"/>
            <a:ext cx="1019810" cy="619125"/>
          </a:xfrm>
          <a:custGeom>
            <a:avLst/>
            <a:gdLst/>
            <a:ahLst/>
            <a:cxnLst/>
            <a:rect l="l" t="t" r="r" b="b"/>
            <a:pathLst>
              <a:path w="1019810" h="619125">
                <a:moveTo>
                  <a:pt x="923036" y="523747"/>
                </a:moveTo>
                <a:lnTo>
                  <a:pt x="919988" y="525652"/>
                </a:lnTo>
                <a:lnTo>
                  <a:pt x="917067" y="527430"/>
                </a:lnTo>
                <a:lnTo>
                  <a:pt x="916051" y="531367"/>
                </a:lnTo>
                <a:lnTo>
                  <a:pt x="917956" y="534288"/>
                </a:lnTo>
                <a:lnTo>
                  <a:pt x="969390" y="618997"/>
                </a:lnTo>
                <a:lnTo>
                  <a:pt x="976354" y="606551"/>
                </a:lnTo>
                <a:lnTo>
                  <a:pt x="962787" y="606551"/>
                </a:lnTo>
                <a:lnTo>
                  <a:pt x="962735" y="602741"/>
                </a:lnTo>
                <a:lnTo>
                  <a:pt x="961898" y="588136"/>
                </a:lnTo>
                <a:lnTo>
                  <a:pt x="961126" y="580958"/>
                </a:lnTo>
                <a:lnTo>
                  <a:pt x="926973" y="524763"/>
                </a:lnTo>
                <a:lnTo>
                  <a:pt x="923036" y="523747"/>
                </a:lnTo>
                <a:close/>
              </a:path>
              <a:path w="1019810" h="619125">
                <a:moveTo>
                  <a:pt x="961126" y="580958"/>
                </a:moveTo>
                <a:lnTo>
                  <a:pt x="961898" y="588136"/>
                </a:lnTo>
                <a:lnTo>
                  <a:pt x="962735" y="602741"/>
                </a:lnTo>
                <a:lnTo>
                  <a:pt x="962787" y="606551"/>
                </a:lnTo>
                <a:lnTo>
                  <a:pt x="975487" y="606297"/>
                </a:lnTo>
                <a:lnTo>
                  <a:pt x="975487" y="603376"/>
                </a:lnTo>
                <a:lnTo>
                  <a:pt x="963676" y="603376"/>
                </a:lnTo>
                <a:lnTo>
                  <a:pt x="968980" y="593879"/>
                </a:lnTo>
                <a:lnTo>
                  <a:pt x="961126" y="580958"/>
                </a:lnTo>
                <a:close/>
              </a:path>
              <a:path w="1019810" h="619125">
                <a:moveTo>
                  <a:pt x="1012317" y="522223"/>
                </a:moveTo>
                <a:lnTo>
                  <a:pt x="1008380" y="523239"/>
                </a:lnTo>
                <a:lnTo>
                  <a:pt x="1006729" y="526287"/>
                </a:lnTo>
                <a:lnTo>
                  <a:pt x="974223" y="584490"/>
                </a:lnTo>
                <a:lnTo>
                  <a:pt x="974471" y="586866"/>
                </a:lnTo>
                <a:lnTo>
                  <a:pt x="975487" y="602741"/>
                </a:lnTo>
                <a:lnTo>
                  <a:pt x="975487" y="606297"/>
                </a:lnTo>
                <a:lnTo>
                  <a:pt x="962787" y="606551"/>
                </a:lnTo>
                <a:lnTo>
                  <a:pt x="976354" y="606551"/>
                </a:lnTo>
                <a:lnTo>
                  <a:pt x="1017777" y="532510"/>
                </a:lnTo>
                <a:lnTo>
                  <a:pt x="1019429" y="529462"/>
                </a:lnTo>
                <a:lnTo>
                  <a:pt x="1018413" y="525652"/>
                </a:lnTo>
                <a:lnTo>
                  <a:pt x="1015364" y="523874"/>
                </a:lnTo>
                <a:lnTo>
                  <a:pt x="1012317" y="522223"/>
                </a:lnTo>
                <a:close/>
              </a:path>
              <a:path w="1019810" h="619125">
                <a:moveTo>
                  <a:pt x="968980" y="593879"/>
                </a:moveTo>
                <a:lnTo>
                  <a:pt x="963676" y="603376"/>
                </a:lnTo>
                <a:lnTo>
                  <a:pt x="974598" y="603122"/>
                </a:lnTo>
                <a:lnTo>
                  <a:pt x="968980" y="593879"/>
                </a:lnTo>
                <a:close/>
              </a:path>
              <a:path w="1019810" h="619125">
                <a:moveTo>
                  <a:pt x="974223" y="584490"/>
                </a:moveTo>
                <a:lnTo>
                  <a:pt x="968980" y="593879"/>
                </a:lnTo>
                <a:lnTo>
                  <a:pt x="974598" y="603122"/>
                </a:lnTo>
                <a:lnTo>
                  <a:pt x="963676" y="603376"/>
                </a:lnTo>
                <a:lnTo>
                  <a:pt x="975487" y="603376"/>
                </a:lnTo>
                <a:lnTo>
                  <a:pt x="975487" y="602741"/>
                </a:lnTo>
                <a:lnTo>
                  <a:pt x="974471" y="586866"/>
                </a:lnTo>
                <a:lnTo>
                  <a:pt x="974223" y="584490"/>
                </a:lnTo>
                <a:close/>
              </a:path>
              <a:path w="1019810" h="619125">
                <a:moveTo>
                  <a:pt x="254" y="0"/>
                </a:moveTo>
                <a:lnTo>
                  <a:pt x="0" y="12699"/>
                </a:lnTo>
                <a:lnTo>
                  <a:pt x="49911" y="13461"/>
                </a:lnTo>
                <a:lnTo>
                  <a:pt x="98933" y="15874"/>
                </a:lnTo>
                <a:lnTo>
                  <a:pt x="147193" y="19684"/>
                </a:lnTo>
                <a:lnTo>
                  <a:pt x="194818" y="25145"/>
                </a:lnTo>
                <a:lnTo>
                  <a:pt x="241426" y="32003"/>
                </a:lnTo>
                <a:lnTo>
                  <a:pt x="287274" y="40131"/>
                </a:lnTo>
                <a:lnTo>
                  <a:pt x="332105" y="49656"/>
                </a:lnTo>
                <a:lnTo>
                  <a:pt x="375920" y="60705"/>
                </a:lnTo>
                <a:lnTo>
                  <a:pt x="418592" y="72897"/>
                </a:lnTo>
                <a:lnTo>
                  <a:pt x="460121" y="86359"/>
                </a:lnTo>
                <a:lnTo>
                  <a:pt x="500634" y="100964"/>
                </a:lnTo>
                <a:lnTo>
                  <a:pt x="539623" y="116966"/>
                </a:lnTo>
                <a:lnTo>
                  <a:pt x="577469" y="133857"/>
                </a:lnTo>
                <a:lnTo>
                  <a:pt x="613918" y="152018"/>
                </a:lnTo>
                <a:lnTo>
                  <a:pt x="648715" y="171068"/>
                </a:lnTo>
                <a:lnTo>
                  <a:pt x="682244" y="191261"/>
                </a:lnTo>
                <a:lnTo>
                  <a:pt x="713994" y="212343"/>
                </a:lnTo>
                <a:lnTo>
                  <a:pt x="772795" y="257428"/>
                </a:lnTo>
                <a:lnTo>
                  <a:pt x="824611" y="305815"/>
                </a:lnTo>
                <a:lnTo>
                  <a:pt x="868934" y="357377"/>
                </a:lnTo>
                <a:lnTo>
                  <a:pt x="905256" y="411733"/>
                </a:lnTo>
                <a:lnTo>
                  <a:pt x="933069" y="468502"/>
                </a:lnTo>
                <a:lnTo>
                  <a:pt x="948182" y="512444"/>
                </a:lnTo>
                <a:lnTo>
                  <a:pt x="958088" y="557402"/>
                </a:lnTo>
                <a:lnTo>
                  <a:pt x="961126" y="580958"/>
                </a:lnTo>
                <a:lnTo>
                  <a:pt x="968980" y="593879"/>
                </a:lnTo>
                <a:lnTo>
                  <a:pt x="974223" y="584490"/>
                </a:lnTo>
                <a:lnTo>
                  <a:pt x="972820" y="570991"/>
                </a:lnTo>
                <a:lnTo>
                  <a:pt x="970534" y="555243"/>
                </a:lnTo>
                <a:lnTo>
                  <a:pt x="960374" y="508761"/>
                </a:lnTo>
                <a:lnTo>
                  <a:pt x="944752" y="463295"/>
                </a:lnTo>
                <a:lnTo>
                  <a:pt x="916051" y="405002"/>
                </a:lnTo>
                <a:lnTo>
                  <a:pt x="878839" y="349503"/>
                </a:lnTo>
                <a:lnTo>
                  <a:pt x="833501" y="296798"/>
                </a:lnTo>
                <a:lnTo>
                  <a:pt x="780796" y="247522"/>
                </a:lnTo>
                <a:lnTo>
                  <a:pt x="721106" y="201802"/>
                </a:lnTo>
                <a:lnTo>
                  <a:pt x="688848" y="180339"/>
                </a:lnTo>
                <a:lnTo>
                  <a:pt x="654938" y="159892"/>
                </a:lnTo>
                <a:lnTo>
                  <a:pt x="619506" y="140588"/>
                </a:lnTo>
                <a:lnTo>
                  <a:pt x="582549" y="122300"/>
                </a:lnTo>
                <a:lnTo>
                  <a:pt x="544449" y="105155"/>
                </a:lnTo>
                <a:lnTo>
                  <a:pt x="504951" y="89026"/>
                </a:lnTo>
                <a:lnTo>
                  <a:pt x="464058" y="74167"/>
                </a:lnTo>
                <a:lnTo>
                  <a:pt x="422148" y="60578"/>
                </a:lnTo>
                <a:lnTo>
                  <a:pt x="378968" y="48386"/>
                </a:lnTo>
                <a:lnTo>
                  <a:pt x="334772" y="37337"/>
                </a:lnTo>
                <a:lnTo>
                  <a:pt x="289433" y="27685"/>
                </a:lnTo>
                <a:lnTo>
                  <a:pt x="243205" y="19430"/>
                </a:lnTo>
                <a:lnTo>
                  <a:pt x="196214" y="12572"/>
                </a:lnTo>
                <a:lnTo>
                  <a:pt x="148336" y="7111"/>
                </a:lnTo>
                <a:lnTo>
                  <a:pt x="99440" y="3174"/>
                </a:lnTo>
                <a:lnTo>
                  <a:pt x="50164" y="761"/>
                </a:lnTo>
                <a:lnTo>
                  <a:pt x="25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15253" y="5168265"/>
            <a:ext cx="15690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solidFill>
                  <a:srgbClr val="EBEBEB"/>
                </a:solidFill>
                <a:latin typeface="Arial Narrow"/>
                <a:cs typeface="Arial Narrow"/>
              </a:rPr>
              <a:t>Implementation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68926" y="1933701"/>
            <a:ext cx="445770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Times New Roman"/>
                <a:cs typeface="Times New Roman"/>
              </a:rPr>
              <a:t>Purpose–programming,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testing,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training,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installation, documenting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Deliverable–operational </a:t>
            </a:r>
            <a:r>
              <a:rPr sz="2000" b="1" spc="-5" dirty="0">
                <a:latin typeface="Times New Roman"/>
                <a:cs typeface="Times New Roman"/>
              </a:rPr>
              <a:t>programs, </a:t>
            </a:r>
            <a:r>
              <a:rPr sz="2000" b="1" dirty="0">
                <a:latin typeface="Times New Roman"/>
                <a:cs typeface="Times New Roman"/>
              </a:rPr>
              <a:t> documentation,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training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materials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0767" y="4906136"/>
            <a:ext cx="2945130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Database activity–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database </a:t>
            </a:r>
            <a:r>
              <a:rPr sz="2000" b="1" spc="-5" dirty="0">
                <a:latin typeface="Times New Roman"/>
                <a:cs typeface="Times New Roman"/>
              </a:rPr>
              <a:t>implementation, </a:t>
            </a:r>
            <a:r>
              <a:rPr sz="2000" b="1" dirty="0">
                <a:latin typeface="Times New Roman"/>
                <a:cs typeface="Times New Roman"/>
              </a:rPr>
              <a:t> including coded </a:t>
            </a:r>
            <a:r>
              <a:rPr sz="2000" b="1" spc="-5" dirty="0">
                <a:latin typeface="Times New Roman"/>
                <a:cs typeface="Times New Roman"/>
              </a:rPr>
              <a:t>programs,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documentation,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installation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conversion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412" y="1144524"/>
            <a:ext cx="8298942" cy="84353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97408" y="1239088"/>
            <a:ext cx="109855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Gill Sans MT"/>
                <a:cs typeface="Gill Sans MT"/>
              </a:rPr>
              <a:t>SYSTEMS</a:t>
            </a:r>
            <a:r>
              <a:rPr spc="-3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DEVELOPMENT</a:t>
            </a:r>
            <a:r>
              <a:rPr spc="-1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LIFE</a:t>
            </a:r>
            <a:r>
              <a:rPr spc="-1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CYCLE</a:t>
            </a:r>
            <a:r>
              <a:rPr spc="-10" dirty="0">
                <a:latin typeface="Gill Sans MT"/>
                <a:cs typeface="Gill Sans MT"/>
              </a:rPr>
              <a:t> </a:t>
            </a:r>
            <a:r>
              <a:rPr spc="-60" dirty="0">
                <a:latin typeface="Gill Sans MT"/>
                <a:cs typeface="Gill Sans MT"/>
              </a:rPr>
              <a:t>(CONT.)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840593" y="6420881"/>
            <a:ext cx="141605" cy="1581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10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7408" y="600455"/>
            <a:ext cx="10985500" cy="1388110"/>
            <a:chOff x="597408" y="600455"/>
            <a:chExt cx="10985500" cy="1388110"/>
          </a:xfrm>
        </p:grpSpPr>
        <p:sp>
          <p:nvSpPr>
            <p:cNvPr id="3" name="object 3"/>
            <p:cNvSpPr/>
            <p:nvPr/>
          </p:nvSpPr>
          <p:spPr>
            <a:xfrm>
              <a:off x="597408" y="600455"/>
              <a:ext cx="10985500" cy="1259205"/>
            </a:xfrm>
            <a:custGeom>
              <a:avLst/>
              <a:gdLst/>
              <a:ahLst/>
              <a:cxnLst/>
              <a:rect l="l" t="t" r="r" b="b"/>
              <a:pathLst>
                <a:path w="10985500" h="1259205">
                  <a:moveTo>
                    <a:pt x="10984992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10984992" y="1258824"/>
                  </a:lnTo>
                  <a:lnTo>
                    <a:pt x="10984992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412" y="1144523"/>
              <a:ext cx="8298942" cy="84353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439" y="2087626"/>
            <a:ext cx="6746493" cy="33395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58646" y="2202307"/>
            <a:ext cx="751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Narrow"/>
                <a:cs typeface="Arial Narrow"/>
              </a:rPr>
              <a:t>Pl</a:t>
            </a:r>
            <a:r>
              <a:rPr sz="1800" spc="-10" dirty="0">
                <a:latin typeface="Arial Narrow"/>
                <a:cs typeface="Arial Narrow"/>
              </a:rPr>
              <a:t>a</a:t>
            </a:r>
            <a:r>
              <a:rPr sz="1800" spc="-5" dirty="0">
                <a:latin typeface="Arial Narrow"/>
                <a:cs typeface="Arial Narrow"/>
              </a:rPr>
              <a:t>n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spc="-5" dirty="0">
                <a:latin typeface="Arial Narrow"/>
                <a:cs typeface="Arial Narrow"/>
              </a:rPr>
              <a:t>i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dirty="0">
                <a:latin typeface="Arial Narrow"/>
                <a:cs typeface="Arial Narrow"/>
              </a:rPr>
              <a:t>g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0196" y="4983479"/>
            <a:ext cx="1762125" cy="524510"/>
          </a:xfrm>
          <a:prstGeom prst="rect">
            <a:avLst/>
          </a:prstGeom>
          <a:solidFill>
            <a:srgbClr val="828282"/>
          </a:solidFill>
        </p:spPr>
        <p:txBody>
          <a:bodyPr vert="horz" wrap="square" lIns="0" tIns="121285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955"/>
              </a:spcBef>
            </a:pPr>
            <a:r>
              <a:rPr sz="1800" spc="-5" dirty="0">
                <a:latin typeface="Arial Narrow"/>
                <a:cs typeface="Arial Narrow"/>
              </a:rPr>
              <a:t>Implementation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97368" y="5819954"/>
            <a:ext cx="1069340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Arial Narrow"/>
                <a:cs typeface="Arial Narrow"/>
              </a:rPr>
              <a:t>M</a:t>
            </a:r>
            <a:r>
              <a:rPr sz="1800" spc="-5" dirty="0">
                <a:latin typeface="Arial Narrow"/>
                <a:cs typeface="Arial Narrow"/>
              </a:rPr>
              <a:t>a</a:t>
            </a:r>
            <a:r>
              <a:rPr sz="1800" spc="-10" dirty="0">
                <a:latin typeface="Arial Narrow"/>
                <a:cs typeface="Arial Narrow"/>
              </a:rPr>
              <a:t>i</a:t>
            </a:r>
            <a:r>
              <a:rPr sz="1800" spc="-5" dirty="0">
                <a:latin typeface="Arial Narrow"/>
                <a:cs typeface="Arial Narrow"/>
              </a:rPr>
              <a:t>n</a:t>
            </a:r>
            <a:r>
              <a:rPr sz="1800" spc="-10" dirty="0">
                <a:latin typeface="Arial Narrow"/>
                <a:cs typeface="Arial Narrow"/>
              </a:rPr>
              <a:t>t</a:t>
            </a:r>
            <a:r>
              <a:rPr sz="1800" spc="-5" dirty="0">
                <a:latin typeface="Arial Narrow"/>
                <a:cs typeface="Arial Narrow"/>
              </a:rPr>
              <a:t>e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spc="-5" dirty="0">
                <a:latin typeface="Arial Narrow"/>
                <a:cs typeface="Arial Narrow"/>
              </a:rPr>
              <a:t>a</a:t>
            </a:r>
            <a:r>
              <a:rPr sz="1800" spc="-10" dirty="0">
                <a:latin typeface="Arial Narrow"/>
                <a:cs typeface="Arial Narrow"/>
              </a:rPr>
              <a:t>n</a:t>
            </a:r>
            <a:r>
              <a:rPr sz="1800" dirty="0">
                <a:latin typeface="Arial Narrow"/>
                <a:cs typeface="Arial Narrow"/>
              </a:rPr>
              <a:t>ce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70073" y="2902965"/>
            <a:ext cx="3510279" cy="178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Narrow"/>
                <a:cs typeface="Arial Narrow"/>
              </a:rPr>
              <a:t>Analysis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2000">
              <a:latin typeface="Arial Narrow"/>
              <a:cs typeface="Arial Narrow"/>
            </a:endParaRPr>
          </a:p>
          <a:p>
            <a:pPr marL="804545">
              <a:lnSpc>
                <a:spcPct val="100000"/>
              </a:lnSpc>
              <a:spcBef>
                <a:spcPts val="1750"/>
              </a:spcBef>
            </a:pPr>
            <a:r>
              <a:rPr sz="1800" spc="-5" dirty="0">
                <a:latin typeface="Arial Narrow"/>
                <a:cs typeface="Arial Narrow"/>
              </a:rPr>
              <a:t>Logical Design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 Narrow"/>
              <a:cs typeface="Arial Narrow"/>
            </a:endParaRPr>
          </a:p>
          <a:p>
            <a:pPr marL="2162810">
              <a:lnSpc>
                <a:spcPct val="100000"/>
              </a:lnSpc>
            </a:pPr>
            <a:r>
              <a:rPr sz="1800" spc="-5" dirty="0">
                <a:latin typeface="Arial Narrow"/>
                <a:cs typeface="Arial Narrow"/>
              </a:rPr>
              <a:t>Physical</a:t>
            </a:r>
            <a:r>
              <a:rPr sz="1800" spc="-4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Design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59196" y="3575050"/>
            <a:ext cx="1019810" cy="621030"/>
          </a:xfrm>
          <a:custGeom>
            <a:avLst/>
            <a:gdLst/>
            <a:ahLst/>
            <a:cxnLst/>
            <a:rect l="l" t="t" r="r" b="b"/>
            <a:pathLst>
              <a:path w="1019810" h="621029">
                <a:moveTo>
                  <a:pt x="923036" y="525272"/>
                </a:moveTo>
                <a:lnTo>
                  <a:pt x="920114" y="527176"/>
                </a:lnTo>
                <a:lnTo>
                  <a:pt x="917066" y="528955"/>
                </a:lnTo>
                <a:lnTo>
                  <a:pt x="916051" y="532892"/>
                </a:lnTo>
                <a:lnTo>
                  <a:pt x="917955" y="535813"/>
                </a:lnTo>
                <a:lnTo>
                  <a:pt x="969390" y="620522"/>
                </a:lnTo>
                <a:lnTo>
                  <a:pt x="976354" y="608076"/>
                </a:lnTo>
                <a:lnTo>
                  <a:pt x="962787" y="608076"/>
                </a:lnTo>
                <a:lnTo>
                  <a:pt x="962743" y="604266"/>
                </a:lnTo>
                <a:lnTo>
                  <a:pt x="961898" y="589533"/>
                </a:lnTo>
                <a:lnTo>
                  <a:pt x="961143" y="582509"/>
                </a:lnTo>
                <a:lnTo>
                  <a:pt x="926973" y="526288"/>
                </a:lnTo>
                <a:lnTo>
                  <a:pt x="923036" y="525272"/>
                </a:lnTo>
                <a:close/>
              </a:path>
              <a:path w="1019810" h="621029">
                <a:moveTo>
                  <a:pt x="961143" y="582509"/>
                </a:moveTo>
                <a:lnTo>
                  <a:pt x="961898" y="589533"/>
                </a:lnTo>
                <a:lnTo>
                  <a:pt x="962743" y="604266"/>
                </a:lnTo>
                <a:lnTo>
                  <a:pt x="962787" y="608076"/>
                </a:lnTo>
                <a:lnTo>
                  <a:pt x="975487" y="607822"/>
                </a:lnTo>
                <a:lnTo>
                  <a:pt x="975487" y="604901"/>
                </a:lnTo>
                <a:lnTo>
                  <a:pt x="963676" y="604901"/>
                </a:lnTo>
                <a:lnTo>
                  <a:pt x="968980" y="595403"/>
                </a:lnTo>
                <a:lnTo>
                  <a:pt x="961143" y="582509"/>
                </a:lnTo>
                <a:close/>
              </a:path>
              <a:path w="1019810" h="621029">
                <a:moveTo>
                  <a:pt x="1012316" y="523748"/>
                </a:moveTo>
                <a:lnTo>
                  <a:pt x="1008379" y="524763"/>
                </a:lnTo>
                <a:lnTo>
                  <a:pt x="1006728" y="527812"/>
                </a:lnTo>
                <a:lnTo>
                  <a:pt x="974234" y="585994"/>
                </a:lnTo>
                <a:lnTo>
                  <a:pt x="974470" y="588263"/>
                </a:lnTo>
                <a:lnTo>
                  <a:pt x="975487" y="604266"/>
                </a:lnTo>
                <a:lnTo>
                  <a:pt x="975487" y="607822"/>
                </a:lnTo>
                <a:lnTo>
                  <a:pt x="962787" y="608076"/>
                </a:lnTo>
                <a:lnTo>
                  <a:pt x="976354" y="608076"/>
                </a:lnTo>
                <a:lnTo>
                  <a:pt x="1017777" y="534035"/>
                </a:lnTo>
                <a:lnTo>
                  <a:pt x="1019555" y="530987"/>
                </a:lnTo>
                <a:lnTo>
                  <a:pt x="1018413" y="527176"/>
                </a:lnTo>
                <a:lnTo>
                  <a:pt x="1015364" y="525399"/>
                </a:lnTo>
                <a:lnTo>
                  <a:pt x="1012316" y="523748"/>
                </a:lnTo>
                <a:close/>
              </a:path>
              <a:path w="1019810" h="621029">
                <a:moveTo>
                  <a:pt x="968980" y="595403"/>
                </a:moveTo>
                <a:lnTo>
                  <a:pt x="963676" y="604901"/>
                </a:lnTo>
                <a:lnTo>
                  <a:pt x="974598" y="604647"/>
                </a:lnTo>
                <a:lnTo>
                  <a:pt x="968980" y="595403"/>
                </a:lnTo>
                <a:close/>
              </a:path>
              <a:path w="1019810" h="621029">
                <a:moveTo>
                  <a:pt x="974234" y="585994"/>
                </a:moveTo>
                <a:lnTo>
                  <a:pt x="968980" y="595403"/>
                </a:lnTo>
                <a:lnTo>
                  <a:pt x="974598" y="604647"/>
                </a:lnTo>
                <a:lnTo>
                  <a:pt x="963676" y="604901"/>
                </a:lnTo>
                <a:lnTo>
                  <a:pt x="975487" y="604901"/>
                </a:lnTo>
                <a:lnTo>
                  <a:pt x="975487" y="604266"/>
                </a:lnTo>
                <a:lnTo>
                  <a:pt x="974470" y="588263"/>
                </a:lnTo>
                <a:lnTo>
                  <a:pt x="974234" y="585994"/>
                </a:lnTo>
                <a:close/>
              </a:path>
              <a:path w="1019810" h="621029">
                <a:moveTo>
                  <a:pt x="253" y="0"/>
                </a:moveTo>
                <a:lnTo>
                  <a:pt x="0" y="12700"/>
                </a:lnTo>
                <a:lnTo>
                  <a:pt x="49911" y="13462"/>
                </a:lnTo>
                <a:lnTo>
                  <a:pt x="98932" y="15875"/>
                </a:lnTo>
                <a:lnTo>
                  <a:pt x="147192" y="19685"/>
                </a:lnTo>
                <a:lnTo>
                  <a:pt x="194817" y="25146"/>
                </a:lnTo>
                <a:lnTo>
                  <a:pt x="241426" y="32004"/>
                </a:lnTo>
                <a:lnTo>
                  <a:pt x="287274" y="40258"/>
                </a:lnTo>
                <a:lnTo>
                  <a:pt x="332104" y="49783"/>
                </a:lnTo>
                <a:lnTo>
                  <a:pt x="375919" y="60832"/>
                </a:lnTo>
                <a:lnTo>
                  <a:pt x="418591" y="73025"/>
                </a:lnTo>
                <a:lnTo>
                  <a:pt x="460120" y="86487"/>
                </a:lnTo>
                <a:lnTo>
                  <a:pt x="500633" y="101218"/>
                </a:lnTo>
                <a:lnTo>
                  <a:pt x="539623" y="117093"/>
                </a:lnTo>
                <a:lnTo>
                  <a:pt x="577341" y="134112"/>
                </a:lnTo>
                <a:lnTo>
                  <a:pt x="613917" y="152273"/>
                </a:lnTo>
                <a:lnTo>
                  <a:pt x="648715" y="171450"/>
                </a:lnTo>
                <a:lnTo>
                  <a:pt x="682243" y="191769"/>
                </a:lnTo>
                <a:lnTo>
                  <a:pt x="713993" y="212851"/>
                </a:lnTo>
                <a:lnTo>
                  <a:pt x="772794" y="257937"/>
                </a:lnTo>
                <a:lnTo>
                  <a:pt x="824611" y="306577"/>
                </a:lnTo>
                <a:lnTo>
                  <a:pt x="868933" y="358139"/>
                </a:lnTo>
                <a:lnTo>
                  <a:pt x="905255" y="412750"/>
                </a:lnTo>
                <a:lnTo>
                  <a:pt x="933068" y="469519"/>
                </a:lnTo>
                <a:lnTo>
                  <a:pt x="948181" y="513588"/>
                </a:lnTo>
                <a:lnTo>
                  <a:pt x="958088" y="558800"/>
                </a:lnTo>
                <a:lnTo>
                  <a:pt x="961143" y="582509"/>
                </a:lnTo>
                <a:lnTo>
                  <a:pt x="968980" y="595403"/>
                </a:lnTo>
                <a:lnTo>
                  <a:pt x="974234" y="585994"/>
                </a:lnTo>
                <a:lnTo>
                  <a:pt x="972819" y="572388"/>
                </a:lnTo>
                <a:lnTo>
                  <a:pt x="970533" y="556513"/>
                </a:lnTo>
                <a:lnTo>
                  <a:pt x="960374" y="509905"/>
                </a:lnTo>
                <a:lnTo>
                  <a:pt x="944752" y="464438"/>
                </a:lnTo>
                <a:lnTo>
                  <a:pt x="916051" y="406019"/>
                </a:lnTo>
                <a:lnTo>
                  <a:pt x="878839" y="350266"/>
                </a:lnTo>
                <a:lnTo>
                  <a:pt x="833501" y="297433"/>
                </a:lnTo>
                <a:lnTo>
                  <a:pt x="780795" y="248157"/>
                </a:lnTo>
                <a:lnTo>
                  <a:pt x="721105" y="202311"/>
                </a:lnTo>
                <a:lnTo>
                  <a:pt x="688848" y="180848"/>
                </a:lnTo>
                <a:lnTo>
                  <a:pt x="654938" y="160274"/>
                </a:lnTo>
                <a:lnTo>
                  <a:pt x="619505" y="140843"/>
                </a:lnTo>
                <a:lnTo>
                  <a:pt x="582676" y="122555"/>
                </a:lnTo>
                <a:lnTo>
                  <a:pt x="544449" y="105282"/>
                </a:lnTo>
                <a:lnTo>
                  <a:pt x="504951" y="89407"/>
                </a:lnTo>
                <a:lnTo>
                  <a:pt x="464057" y="74422"/>
                </a:lnTo>
                <a:lnTo>
                  <a:pt x="422148" y="60832"/>
                </a:lnTo>
                <a:lnTo>
                  <a:pt x="378967" y="48513"/>
                </a:lnTo>
                <a:lnTo>
                  <a:pt x="334772" y="37337"/>
                </a:lnTo>
                <a:lnTo>
                  <a:pt x="289432" y="27686"/>
                </a:lnTo>
                <a:lnTo>
                  <a:pt x="243204" y="19430"/>
                </a:lnTo>
                <a:lnTo>
                  <a:pt x="196214" y="12573"/>
                </a:lnTo>
                <a:lnTo>
                  <a:pt x="148336" y="7112"/>
                </a:lnTo>
                <a:lnTo>
                  <a:pt x="99440" y="3175"/>
                </a:lnTo>
                <a:lnTo>
                  <a:pt x="50164" y="762"/>
                </a:lnTo>
                <a:lnTo>
                  <a:pt x="25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01813" y="4977129"/>
            <a:ext cx="1019810" cy="619125"/>
          </a:xfrm>
          <a:custGeom>
            <a:avLst/>
            <a:gdLst/>
            <a:ahLst/>
            <a:cxnLst/>
            <a:rect l="l" t="t" r="r" b="b"/>
            <a:pathLst>
              <a:path w="1019809" h="619125">
                <a:moveTo>
                  <a:pt x="923035" y="523748"/>
                </a:moveTo>
                <a:lnTo>
                  <a:pt x="919987" y="525653"/>
                </a:lnTo>
                <a:lnTo>
                  <a:pt x="917066" y="527431"/>
                </a:lnTo>
                <a:lnTo>
                  <a:pt x="916051" y="531368"/>
                </a:lnTo>
                <a:lnTo>
                  <a:pt x="917955" y="534289"/>
                </a:lnTo>
                <a:lnTo>
                  <a:pt x="969390" y="619023"/>
                </a:lnTo>
                <a:lnTo>
                  <a:pt x="976366" y="606552"/>
                </a:lnTo>
                <a:lnTo>
                  <a:pt x="962786" y="606552"/>
                </a:lnTo>
                <a:lnTo>
                  <a:pt x="962735" y="602742"/>
                </a:lnTo>
                <a:lnTo>
                  <a:pt x="961897" y="588137"/>
                </a:lnTo>
                <a:lnTo>
                  <a:pt x="961126" y="580958"/>
                </a:lnTo>
                <a:lnTo>
                  <a:pt x="926972" y="524764"/>
                </a:lnTo>
                <a:lnTo>
                  <a:pt x="923035" y="523748"/>
                </a:lnTo>
                <a:close/>
              </a:path>
              <a:path w="1019809" h="619125">
                <a:moveTo>
                  <a:pt x="961126" y="580958"/>
                </a:moveTo>
                <a:lnTo>
                  <a:pt x="961897" y="588137"/>
                </a:lnTo>
                <a:lnTo>
                  <a:pt x="962735" y="602742"/>
                </a:lnTo>
                <a:lnTo>
                  <a:pt x="962786" y="606552"/>
                </a:lnTo>
                <a:lnTo>
                  <a:pt x="975486" y="606298"/>
                </a:lnTo>
                <a:lnTo>
                  <a:pt x="975486" y="603377"/>
                </a:lnTo>
                <a:lnTo>
                  <a:pt x="963676" y="603377"/>
                </a:lnTo>
                <a:lnTo>
                  <a:pt x="968980" y="593879"/>
                </a:lnTo>
                <a:lnTo>
                  <a:pt x="961126" y="580958"/>
                </a:lnTo>
                <a:close/>
              </a:path>
              <a:path w="1019809" h="619125">
                <a:moveTo>
                  <a:pt x="1012316" y="522224"/>
                </a:moveTo>
                <a:lnTo>
                  <a:pt x="1008379" y="523240"/>
                </a:lnTo>
                <a:lnTo>
                  <a:pt x="1006728" y="526288"/>
                </a:lnTo>
                <a:lnTo>
                  <a:pt x="974223" y="584490"/>
                </a:lnTo>
                <a:lnTo>
                  <a:pt x="974470" y="586867"/>
                </a:lnTo>
                <a:lnTo>
                  <a:pt x="975486" y="602742"/>
                </a:lnTo>
                <a:lnTo>
                  <a:pt x="975486" y="606298"/>
                </a:lnTo>
                <a:lnTo>
                  <a:pt x="962786" y="606552"/>
                </a:lnTo>
                <a:lnTo>
                  <a:pt x="976366" y="606552"/>
                </a:lnTo>
                <a:lnTo>
                  <a:pt x="1017777" y="532511"/>
                </a:lnTo>
                <a:lnTo>
                  <a:pt x="1019428" y="529463"/>
                </a:lnTo>
                <a:lnTo>
                  <a:pt x="1018412" y="525653"/>
                </a:lnTo>
                <a:lnTo>
                  <a:pt x="1015364" y="523875"/>
                </a:lnTo>
                <a:lnTo>
                  <a:pt x="1012316" y="522224"/>
                </a:lnTo>
                <a:close/>
              </a:path>
              <a:path w="1019809" h="619125">
                <a:moveTo>
                  <a:pt x="968980" y="593879"/>
                </a:moveTo>
                <a:lnTo>
                  <a:pt x="963676" y="603377"/>
                </a:lnTo>
                <a:lnTo>
                  <a:pt x="974597" y="603123"/>
                </a:lnTo>
                <a:lnTo>
                  <a:pt x="968980" y="593879"/>
                </a:lnTo>
                <a:close/>
              </a:path>
              <a:path w="1019809" h="619125">
                <a:moveTo>
                  <a:pt x="974223" y="584490"/>
                </a:moveTo>
                <a:lnTo>
                  <a:pt x="968980" y="593879"/>
                </a:lnTo>
                <a:lnTo>
                  <a:pt x="974597" y="603123"/>
                </a:lnTo>
                <a:lnTo>
                  <a:pt x="963676" y="603377"/>
                </a:lnTo>
                <a:lnTo>
                  <a:pt x="975486" y="603377"/>
                </a:lnTo>
                <a:lnTo>
                  <a:pt x="975486" y="602742"/>
                </a:lnTo>
                <a:lnTo>
                  <a:pt x="974470" y="586867"/>
                </a:lnTo>
                <a:lnTo>
                  <a:pt x="974223" y="584490"/>
                </a:lnTo>
                <a:close/>
              </a:path>
              <a:path w="1019809" h="619125">
                <a:moveTo>
                  <a:pt x="253" y="0"/>
                </a:moveTo>
                <a:lnTo>
                  <a:pt x="0" y="12700"/>
                </a:lnTo>
                <a:lnTo>
                  <a:pt x="49910" y="13462"/>
                </a:lnTo>
                <a:lnTo>
                  <a:pt x="98932" y="15875"/>
                </a:lnTo>
                <a:lnTo>
                  <a:pt x="147192" y="19685"/>
                </a:lnTo>
                <a:lnTo>
                  <a:pt x="194817" y="25146"/>
                </a:lnTo>
                <a:lnTo>
                  <a:pt x="241426" y="32004"/>
                </a:lnTo>
                <a:lnTo>
                  <a:pt x="287273" y="40132"/>
                </a:lnTo>
                <a:lnTo>
                  <a:pt x="332104" y="49657"/>
                </a:lnTo>
                <a:lnTo>
                  <a:pt x="375919" y="60706"/>
                </a:lnTo>
                <a:lnTo>
                  <a:pt x="418591" y="72898"/>
                </a:lnTo>
                <a:lnTo>
                  <a:pt x="460120" y="86360"/>
                </a:lnTo>
                <a:lnTo>
                  <a:pt x="500633" y="100965"/>
                </a:lnTo>
                <a:lnTo>
                  <a:pt x="539622" y="116967"/>
                </a:lnTo>
                <a:lnTo>
                  <a:pt x="577468" y="133858"/>
                </a:lnTo>
                <a:lnTo>
                  <a:pt x="613917" y="152019"/>
                </a:lnTo>
                <a:lnTo>
                  <a:pt x="648715" y="171069"/>
                </a:lnTo>
                <a:lnTo>
                  <a:pt x="682243" y="191262"/>
                </a:lnTo>
                <a:lnTo>
                  <a:pt x="713993" y="212344"/>
                </a:lnTo>
                <a:lnTo>
                  <a:pt x="772794" y="257429"/>
                </a:lnTo>
                <a:lnTo>
                  <a:pt x="824610" y="305816"/>
                </a:lnTo>
                <a:lnTo>
                  <a:pt x="868933" y="357378"/>
                </a:lnTo>
                <a:lnTo>
                  <a:pt x="905255" y="411734"/>
                </a:lnTo>
                <a:lnTo>
                  <a:pt x="933068" y="468503"/>
                </a:lnTo>
                <a:lnTo>
                  <a:pt x="948181" y="512445"/>
                </a:lnTo>
                <a:lnTo>
                  <a:pt x="958087" y="557403"/>
                </a:lnTo>
                <a:lnTo>
                  <a:pt x="961126" y="580958"/>
                </a:lnTo>
                <a:lnTo>
                  <a:pt x="968980" y="593879"/>
                </a:lnTo>
                <a:lnTo>
                  <a:pt x="974223" y="584490"/>
                </a:lnTo>
                <a:lnTo>
                  <a:pt x="972819" y="570992"/>
                </a:lnTo>
                <a:lnTo>
                  <a:pt x="970533" y="555244"/>
                </a:lnTo>
                <a:lnTo>
                  <a:pt x="960373" y="508762"/>
                </a:lnTo>
                <a:lnTo>
                  <a:pt x="944752" y="463296"/>
                </a:lnTo>
                <a:lnTo>
                  <a:pt x="916051" y="405003"/>
                </a:lnTo>
                <a:lnTo>
                  <a:pt x="878839" y="349504"/>
                </a:lnTo>
                <a:lnTo>
                  <a:pt x="833501" y="296799"/>
                </a:lnTo>
                <a:lnTo>
                  <a:pt x="780795" y="247523"/>
                </a:lnTo>
                <a:lnTo>
                  <a:pt x="721105" y="201803"/>
                </a:lnTo>
                <a:lnTo>
                  <a:pt x="688847" y="180340"/>
                </a:lnTo>
                <a:lnTo>
                  <a:pt x="654938" y="159893"/>
                </a:lnTo>
                <a:lnTo>
                  <a:pt x="619505" y="140589"/>
                </a:lnTo>
                <a:lnTo>
                  <a:pt x="582548" y="122301"/>
                </a:lnTo>
                <a:lnTo>
                  <a:pt x="544448" y="105156"/>
                </a:lnTo>
                <a:lnTo>
                  <a:pt x="504951" y="89027"/>
                </a:lnTo>
                <a:lnTo>
                  <a:pt x="464057" y="74168"/>
                </a:lnTo>
                <a:lnTo>
                  <a:pt x="422147" y="60579"/>
                </a:lnTo>
                <a:lnTo>
                  <a:pt x="378967" y="48387"/>
                </a:lnTo>
                <a:lnTo>
                  <a:pt x="334771" y="37338"/>
                </a:lnTo>
                <a:lnTo>
                  <a:pt x="289432" y="27686"/>
                </a:lnTo>
                <a:lnTo>
                  <a:pt x="243204" y="19431"/>
                </a:lnTo>
                <a:lnTo>
                  <a:pt x="196214" y="12573"/>
                </a:lnTo>
                <a:lnTo>
                  <a:pt x="148335" y="7112"/>
                </a:lnTo>
                <a:lnTo>
                  <a:pt x="99440" y="3175"/>
                </a:lnTo>
                <a:lnTo>
                  <a:pt x="50164" y="762"/>
                </a:lnTo>
                <a:lnTo>
                  <a:pt x="25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6267450" y="5507735"/>
            <a:ext cx="3044190" cy="777240"/>
            <a:chOff x="6267450" y="5507735"/>
            <a:chExt cx="3044190" cy="777240"/>
          </a:xfrm>
        </p:grpSpPr>
        <p:sp>
          <p:nvSpPr>
            <p:cNvPr id="13" name="object 13"/>
            <p:cNvSpPr/>
            <p:nvPr/>
          </p:nvSpPr>
          <p:spPr>
            <a:xfrm>
              <a:off x="6267450" y="5507735"/>
              <a:ext cx="1282700" cy="619125"/>
            </a:xfrm>
            <a:custGeom>
              <a:avLst/>
              <a:gdLst/>
              <a:ahLst/>
              <a:cxnLst/>
              <a:rect l="l" t="t" r="r" b="b"/>
              <a:pathLst>
                <a:path w="1282700" h="619125">
                  <a:moveTo>
                    <a:pt x="50140" y="25122"/>
                  </a:moveTo>
                  <a:lnTo>
                    <a:pt x="45078" y="34315"/>
                  </a:lnTo>
                  <a:lnTo>
                    <a:pt x="46862" y="48259"/>
                  </a:lnTo>
                  <a:lnTo>
                    <a:pt x="49784" y="64007"/>
                  </a:lnTo>
                  <a:lnTo>
                    <a:pt x="62864" y="110680"/>
                  </a:lnTo>
                  <a:lnTo>
                    <a:pt x="82803" y="156082"/>
                  </a:lnTo>
                  <a:lnTo>
                    <a:pt x="109092" y="200177"/>
                  </a:lnTo>
                  <a:lnTo>
                    <a:pt x="141604" y="242722"/>
                  </a:lnTo>
                  <a:lnTo>
                    <a:pt x="180086" y="283502"/>
                  </a:lnTo>
                  <a:lnTo>
                    <a:pt x="208787" y="309854"/>
                  </a:lnTo>
                  <a:lnTo>
                    <a:pt x="239902" y="335318"/>
                  </a:lnTo>
                  <a:lnTo>
                    <a:pt x="273430" y="359968"/>
                  </a:lnTo>
                  <a:lnTo>
                    <a:pt x="327914" y="395274"/>
                  </a:lnTo>
                  <a:lnTo>
                    <a:pt x="366902" y="417588"/>
                  </a:lnTo>
                  <a:lnTo>
                    <a:pt x="408050" y="438937"/>
                  </a:lnTo>
                  <a:lnTo>
                    <a:pt x="450976" y="459320"/>
                  </a:lnTo>
                  <a:lnTo>
                    <a:pt x="495934" y="478637"/>
                  </a:lnTo>
                  <a:lnTo>
                    <a:pt x="542671" y="496900"/>
                  </a:lnTo>
                  <a:lnTo>
                    <a:pt x="591184" y="514108"/>
                  </a:lnTo>
                  <a:lnTo>
                    <a:pt x="641350" y="530072"/>
                  </a:lnTo>
                  <a:lnTo>
                    <a:pt x="693166" y="544893"/>
                  </a:lnTo>
                  <a:lnTo>
                    <a:pt x="746632" y="558457"/>
                  </a:lnTo>
                  <a:lnTo>
                    <a:pt x="801370" y="570776"/>
                  </a:lnTo>
                  <a:lnTo>
                    <a:pt x="857503" y="581761"/>
                  </a:lnTo>
                  <a:lnTo>
                    <a:pt x="914907" y="591413"/>
                  </a:lnTo>
                  <a:lnTo>
                    <a:pt x="973581" y="599719"/>
                  </a:lnTo>
                  <a:lnTo>
                    <a:pt x="1033526" y="606501"/>
                  </a:lnTo>
                  <a:lnTo>
                    <a:pt x="1094358" y="611936"/>
                  </a:lnTo>
                  <a:lnTo>
                    <a:pt x="1156207" y="615848"/>
                  </a:lnTo>
                  <a:lnTo>
                    <a:pt x="1218946" y="618235"/>
                  </a:lnTo>
                  <a:lnTo>
                    <a:pt x="1282319" y="618997"/>
                  </a:lnTo>
                  <a:lnTo>
                    <a:pt x="1282573" y="606297"/>
                  </a:lnTo>
                  <a:lnTo>
                    <a:pt x="1219073" y="605535"/>
                  </a:lnTo>
                  <a:lnTo>
                    <a:pt x="1156716" y="603161"/>
                  </a:lnTo>
                  <a:lnTo>
                    <a:pt x="1095121" y="599262"/>
                  </a:lnTo>
                  <a:lnTo>
                    <a:pt x="1034542" y="593851"/>
                  </a:lnTo>
                  <a:lnTo>
                    <a:pt x="974978" y="587095"/>
                  </a:lnTo>
                  <a:lnTo>
                    <a:pt x="916685" y="578827"/>
                  </a:lnTo>
                  <a:lnTo>
                    <a:pt x="859663" y="569239"/>
                  </a:lnTo>
                  <a:lnTo>
                    <a:pt x="803782" y="558317"/>
                  </a:lnTo>
                  <a:lnTo>
                    <a:pt x="749426" y="546061"/>
                  </a:lnTo>
                  <a:lnTo>
                    <a:pt x="696341" y="532574"/>
                  </a:lnTo>
                  <a:lnTo>
                    <a:pt x="644905" y="517867"/>
                  </a:lnTo>
                  <a:lnTo>
                    <a:pt x="594995" y="502005"/>
                  </a:lnTo>
                  <a:lnTo>
                    <a:pt x="546989" y="484936"/>
                  </a:lnTo>
                  <a:lnTo>
                    <a:pt x="500506" y="466813"/>
                  </a:lnTo>
                  <a:lnTo>
                    <a:pt x="455929" y="447649"/>
                  </a:lnTo>
                  <a:lnTo>
                    <a:pt x="413384" y="427456"/>
                  </a:lnTo>
                  <a:lnTo>
                    <a:pt x="372745" y="406323"/>
                  </a:lnTo>
                  <a:lnTo>
                    <a:pt x="334264" y="384251"/>
                  </a:lnTo>
                  <a:lnTo>
                    <a:pt x="297942" y="361251"/>
                  </a:lnTo>
                  <a:lnTo>
                    <a:pt x="263905" y="337375"/>
                  </a:lnTo>
                  <a:lnTo>
                    <a:pt x="232028" y="312699"/>
                  </a:lnTo>
                  <a:lnTo>
                    <a:pt x="202564" y="287286"/>
                  </a:lnTo>
                  <a:lnTo>
                    <a:pt x="163067" y="247789"/>
                  </a:lnTo>
                  <a:lnTo>
                    <a:pt x="129412" y="206844"/>
                  </a:lnTo>
                  <a:lnTo>
                    <a:pt x="101726" y="164477"/>
                  </a:lnTo>
                  <a:lnTo>
                    <a:pt x="80390" y="120916"/>
                  </a:lnTo>
                  <a:lnTo>
                    <a:pt x="65532" y="76326"/>
                  </a:lnTo>
                  <a:lnTo>
                    <a:pt x="58458" y="38642"/>
                  </a:lnTo>
                  <a:lnTo>
                    <a:pt x="50140" y="25122"/>
                  </a:lnTo>
                  <a:close/>
                </a:path>
                <a:path w="1282700" h="619125">
                  <a:moveTo>
                    <a:pt x="49529" y="0"/>
                  </a:moveTo>
                  <a:lnTo>
                    <a:pt x="1650" y="86753"/>
                  </a:lnTo>
                  <a:lnTo>
                    <a:pt x="0" y="89827"/>
                  </a:lnTo>
                  <a:lnTo>
                    <a:pt x="1142" y="93687"/>
                  </a:lnTo>
                  <a:lnTo>
                    <a:pt x="7238" y="97066"/>
                  </a:lnTo>
                  <a:lnTo>
                    <a:pt x="11049" y="95961"/>
                  </a:lnTo>
                  <a:lnTo>
                    <a:pt x="12826" y="92887"/>
                  </a:lnTo>
                  <a:lnTo>
                    <a:pt x="45078" y="34315"/>
                  </a:lnTo>
                  <a:lnTo>
                    <a:pt x="44830" y="32384"/>
                  </a:lnTo>
                  <a:lnTo>
                    <a:pt x="43561" y="16255"/>
                  </a:lnTo>
                  <a:lnTo>
                    <a:pt x="43434" y="12700"/>
                  </a:lnTo>
                  <a:lnTo>
                    <a:pt x="56134" y="12445"/>
                  </a:lnTo>
                  <a:lnTo>
                    <a:pt x="57195" y="12445"/>
                  </a:lnTo>
                  <a:lnTo>
                    <a:pt x="49529" y="0"/>
                  </a:lnTo>
                  <a:close/>
                </a:path>
                <a:path w="1282700" h="619125">
                  <a:moveTo>
                    <a:pt x="57195" y="12445"/>
                  </a:moveTo>
                  <a:lnTo>
                    <a:pt x="56134" y="12445"/>
                  </a:lnTo>
                  <a:lnTo>
                    <a:pt x="56261" y="15366"/>
                  </a:lnTo>
                  <a:lnTo>
                    <a:pt x="90677" y="91008"/>
                  </a:lnTo>
                  <a:lnTo>
                    <a:pt x="96392" y="94919"/>
                  </a:lnTo>
                  <a:lnTo>
                    <a:pt x="99440" y="93078"/>
                  </a:lnTo>
                  <a:lnTo>
                    <a:pt x="102362" y="91236"/>
                  </a:lnTo>
                  <a:lnTo>
                    <a:pt x="103377" y="87325"/>
                  </a:lnTo>
                  <a:lnTo>
                    <a:pt x="101473" y="84340"/>
                  </a:lnTo>
                  <a:lnTo>
                    <a:pt x="57195" y="12445"/>
                  </a:lnTo>
                  <a:close/>
                </a:path>
                <a:path w="1282700" h="619125">
                  <a:moveTo>
                    <a:pt x="56279" y="15620"/>
                  </a:moveTo>
                  <a:lnTo>
                    <a:pt x="55372" y="15620"/>
                  </a:lnTo>
                  <a:lnTo>
                    <a:pt x="50140" y="25122"/>
                  </a:lnTo>
                  <a:lnTo>
                    <a:pt x="58458" y="38642"/>
                  </a:lnTo>
                  <a:lnTo>
                    <a:pt x="57403" y="30733"/>
                  </a:lnTo>
                  <a:lnTo>
                    <a:pt x="56279" y="15620"/>
                  </a:lnTo>
                  <a:close/>
                </a:path>
                <a:path w="1282700" h="619125">
                  <a:moveTo>
                    <a:pt x="56134" y="12445"/>
                  </a:moveTo>
                  <a:lnTo>
                    <a:pt x="43434" y="12700"/>
                  </a:lnTo>
                  <a:lnTo>
                    <a:pt x="43561" y="16255"/>
                  </a:lnTo>
                  <a:lnTo>
                    <a:pt x="44830" y="32384"/>
                  </a:lnTo>
                  <a:lnTo>
                    <a:pt x="45078" y="34315"/>
                  </a:lnTo>
                  <a:lnTo>
                    <a:pt x="50140" y="25122"/>
                  </a:lnTo>
                  <a:lnTo>
                    <a:pt x="44450" y="15875"/>
                  </a:lnTo>
                  <a:lnTo>
                    <a:pt x="55372" y="15620"/>
                  </a:lnTo>
                  <a:lnTo>
                    <a:pt x="56279" y="15620"/>
                  </a:lnTo>
                  <a:lnTo>
                    <a:pt x="56134" y="12445"/>
                  </a:lnTo>
                  <a:close/>
                </a:path>
                <a:path w="1282700" h="619125">
                  <a:moveTo>
                    <a:pt x="55372" y="15620"/>
                  </a:moveTo>
                  <a:lnTo>
                    <a:pt x="44450" y="15875"/>
                  </a:lnTo>
                  <a:lnTo>
                    <a:pt x="50140" y="25122"/>
                  </a:lnTo>
                  <a:lnTo>
                    <a:pt x="55372" y="1562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82839" y="5675375"/>
              <a:ext cx="1828800" cy="609600"/>
            </a:xfrm>
            <a:custGeom>
              <a:avLst/>
              <a:gdLst/>
              <a:ahLst/>
              <a:cxnLst/>
              <a:rect l="l" t="t" r="r" b="b"/>
              <a:pathLst>
                <a:path w="1828800" h="609600">
                  <a:moveTo>
                    <a:pt x="18288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1828800" y="6096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549895" y="5682996"/>
            <a:ext cx="1762125" cy="525780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139700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100"/>
              </a:spcBef>
            </a:pPr>
            <a:r>
              <a:rPr sz="2000" b="1" i="1" spc="-5" dirty="0">
                <a:solidFill>
                  <a:srgbClr val="EBEBEB"/>
                </a:solidFill>
                <a:latin typeface="Arial Narrow"/>
                <a:cs typeface="Arial Narrow"/>
              </a:rPr>
              <a:t>Maintenance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92002" y="6479707"/>
            <a:ext cx="141605" cy="1581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11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66869" y="2091055"/>
            <a:ext cx="3684904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latin typeface="Times New Roman"/>
                <a:cs typeface="Times New Roman"/>
              </a:rPr>
              <a:t>Purpose–monitor,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repair,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enhance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Deliverable–periodic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audits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7589" y="4861686"/>
            <a:ext cx="2497455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Database activity–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database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maintenance,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performance analysis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 tuning, </a:t>
            </a:r>
            <a:r>
              <a:rPr sz="2000" b="1" spc="-10" dirty="0">
                <a:latin typeface="Times New Roman"/>
                <a:cs typeface="Times New Roman"/>
              </a:rPr>
              <a:t>error </a:t>
            </a:r>
            <a:r>
              <a:rPr sz="2000" b="1" spc="-5" dirty="0">
                <a:latin typeface="Times New Roman"/>
                <a:cs typeface="Times New Roman"/>
              </a:rPr>
              <a:t> corrections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97408" y="1239088"/>
            <a:ext cx="109855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Gill Sans MT"/>
                <a:cs typeface="Gill Sans MT"/>
              </a:rPr>
              <a:t>SYSTEMS</a:t>
            </a:r>
            <a:r>
              <a:rPr spc="-3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DEVELOPMENT</a:t>
            </a:r>
            <a:r>
              <a:rPr spc="-1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LIFE</a:t>
            </a:r>
            <a:r>
              <a:rPr spc="-1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CYCLE</a:t>
            </a:r>
            <a:r>
              <a:rPr spc="-10" dirty="0">
                <a:latin typeface="Gill Sans MT"/>
                <a:cs typeface="Gill Sans MT"/>
              </a:rPr>
              <a:t> </a:t>
            </a:r>
            <a:r>
              <a:rPr spc="-60" dirty="0">
                <a:latin typeface="Gill Sans MT"/>
                <a:cs typeface="Gill Sans MT"/>
              </a:rPr>
              <a:t>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441959"/>
            <a:ext cx="9144000" cy="5730240"/>
            <a:chOff x="1524000" y="441959"/>
            <a:chExt cx="9144000" cy="57302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0" y="533399"/>
              <a:ext cx="9144000" cy="54483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00200" y="1066799"/>
              <a:ext cx="9067800" cy="5105400"/>
            </a:xfrm>
            <a:custGeom>
              <a:avLst/>
              <a:gdLst/>
              <a:ahLst/>
              <a:cxnLst/>
              <a:rect l="l" t="t" r="r" b="b"/>
              <a:pathLst>
                <a:path w="9067800" h="5105400">
                  <a:moveTo>
                    <a:pt x="2133600" y="0"/>
                  </a:moveTo>
                  <a:lnTo>
                    <a:pt x="0" y="0"/>
                  </a:lnTo>
                  <a:lnTo>
                    <a:pt x="0" y="5105400"/>
                  </a:lnTo>
                  <a:lnTo>
                    <a:pt x="2133600" y="5105400"/>
                  </a:lnTo>
                  <a:lnTo>
                    <a:pt x="2133600" y="0"/>
                  </a:lnTo>
                  <a:close/>
                </a:path>
                <a:path w="9067800" h="5105400">
                  <a:moveTo>
                    <a:pt x="9067800" y="0"/>
                  </a:moveTo>
                  <a:lnTo>
                    <a:pt x="6553200" y="0"/>
                  </a:lnTo>
                  <a:lnTo>
                    <a:pt x="6553200" y="5105400"/>
                  </a:lnTo>
                  <a:lnTo>
                    <a:pt x="9067800" y="5105400"/>
                  </a:lnTo>
                  <a:lnTo>
                    <a:pt x="9067800" y="0"/>
                  </a:lnTo>
                  <a:close/>
                </a:path>
              </a:pathLst>
            </a:custGeom>
            <a:solidFill>
              <a:srgbClr val="E2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4000" y="5333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2260" y="452627"/>
              <a:ext cx="6380226" cy="84353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972670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12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66669" y="559434"/>
            <a:ext cx="59016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Prototyping</a:t>
            </a:r>
            <a:r>
              <a:rPr spc="-30" dirty="0"/>
              <a:t> </a:t>
            </a:r>
            <a:r>
              <a:rPr spc="-5" dirty="0"/>
              <a:t>Database</a:t>
            </a:r>
            <a:r>
              <a:rPr spc="-15" dirty="0"/>
              <a:t> </a:t>
            </a:r>
            <a:r>
              <a:rPr spc="-5" dirty="0"/>
              <a:t>Methodology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50526" y="6075136"/>
            <a:ext cx="11620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5"/>
              </a:lnSpc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13</a:t>
            </a:r>
            <a:endParaRPr sz="900">
              <a:latin typeface="Gill Sans MT"/>
              <a:cs typeface="Gill Sans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24000" y="452627"/>
            <a:ext cx="9144000" cy="5720080"/>
            <a:chOff x="1524000" y="452627"/>
            <a:chExt cx="9144000" cy="5720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0" y="533399"/>
              <a:ext cx="9144000" cy="5448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67200" y="2209800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304800" y="0"/>
                  </a:moveTo>
                  <a:lnTo>
                    <a:pt x="0" y="133350"/>
                  </a:lnTo>
                  <a:lnTo>
                    <a:pt x="152400" y="133350"/>
                  </a:lnTo>
                  <a:lnTo>
                    <a:pt x="152400" y="533400"/>
                  </a:lnTo>
                  <a:lnTo>
                    <a:pt x="457200" y="533400"/>
                  </a:lnTo>
                  <a:lnTo>
                    <a:pt x="457200" y="133350"/>
                  </a:lnTo>
                  <a:lnTo>
                    <a:pt x="609600" y="1333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67200" y="2209800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133350"/>
                  </a:moveTo>
                  <a:lnTo>
                    <a:pt x="304800" y="0"/>
                  </a:lnTo>
                  <a:lnTo>
                    <a:pt x="609600" y="133350"/>
                  </a:lnTo>
                  <a:lnTo>
                    <a:pt x="457200" y="133350"/>
                  </a:lnTo>
                  <a:lnTo>
                    <a:pt x="457200" y="533400"/>
                  </a:lnTo>
                  <a:lnTo>
                    <a:pt x="152400" y="533400"/>
                  </a:lnTo>
                  <a:lnTo>
                    <a:pt x="152400" y="133350"/>
                  </a:lnTo>
                  <a:lnTo>
                    <a:pt x="0" y="13335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4000" y="2590800"/>
              <a:ext cx="2133600" cy="3581400"/>
            </a:xfrm>
            <a:custGeom>
              <a:avLst/>
              <a:gdLst/>
              <a:ahLst/>
              <a:cxnLst/>
              <a:rect l="l" t="t" r="r" b="b"/>
              <a:pathLst>
                <a:path w="2133600" h="3581400">
                  <a:moveTo>
                    <a:pt x="2133600" y="0"/>
                  </a:moveTo>
                  <a:lnTo>
                    <a:pt x="0" y="0"/>
                  </a:lnTo>
                  <a:lnTo>
                    <a:pt x="0" y="3581400"/>
                  </a:lnTo>
                  <a:lnTo>
                    <a:pt x="2133600" y="3581400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E2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53400" y="1066800"/>
              <a:ext cx="2514600" cy="5105400"/>
            </a:xfrm>
            <a:custGeom>
              <a:avLst/>
              <a:gdLst/>
              <a:ahLst/>
              <a:cxnLst/>
              <a:rect l="l" t="t" r="r" b="b"/>
              <a:pathLst>
                <a:path w="2514600" h="5105400">
                  <a:moveTo>
                    <a:pt x="2514600" y="0"/>
                  </a:moveTo>
                  <a:lnTo>
                    <a:pt x="0" y="0"/>
                  </a:lnTo>
                  <a:lnTo>
                    <a:pt x="0" y="5105400"/>
                  </a:lnTo>
                  <a:lnTo>
                    <a:pt x="2514600" y="5105400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D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24000" y="5333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2260" y="452627"/>
              <a:ext cx="6380226" cy="843534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066669" y="559434"/>
            <a:ext cx="59016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Prototyping</a:t>
            </a:r>
            <a:r>
              <a:rPr spc="-30" dirty="0"/>
              <a:t> </a:t>
            </a:r>
            <a:r>
              <a:rPr spc="-5" dirty="0"/>
              <a:t>Database</a:t>
            </a:r>
            <a:r>
              <a:rPr spc="-15" dirty="0"/>
              <a:t> </a:t>
            </a:r>
            <a:r>
              <a:rPr spc="-5" dirty="0"/>
              <a:t>Methodology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441959"/>
            <a:ext cx="9144000" cy="5730240"/>
            <a:chOff x="1524000" y="441959"/>
            <a:chExt cx="9144000" cy="57302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0" y="533399"/>
              <a:ext cx="9144000" cy="54483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62800" y="2133599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304800" y="0"/>
                  </a:moveTo>
                  <a:lnTo>
                    <a:pt x="0" y="133350"/>
                  </a:lnTo>
                  <a:lnTo>
                    <a:pt x="152400" y="133350"/>
                  </a:lnTo>
                  <a:lnTo>
                    <a:pt x="152400" y="533400"/>
                  </a:lnTo>
                  <a:lnTo>
                    <a:pt x="457200" y="533400"/>
                  </a:lnTo>
                  <a:lnTo>
                    <a:pt x="457200" y="133350"/>
                  </a:lnTo>
                  <a:lnTo>
                    <a:pt x="609600" y="1333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62800" y="2133599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133350"/>
                  </a:moveTo>
                  <a:lnTo>
                    <a:pt x="304800" y="0"/>
                  </a:lnTo>
                  <a:lnTo>
                    <a:pt x="609600" y="133350"/>
                  </a:lnTo>
                  <a:lnTo>
                    <a:pt x="457200" y="133350"/>
                  </a:lnTo>
                  <a:lnTo>
                    <a:pt x="457200" y="533400"/>
                  </a:lnTo>
                  <a:lnTo>
                    <a:pt x="152400" y="533400"/>
                  </a:lnTo>
                  <a:lnTo>
                    <a:pt x="152400" y="133350"/>
                  </a:lnTo>
                  <a:lnTo>
                    <a:pt x="0" y="13335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24000" y="2590799"/>
              <a:ext cx="2133600" cy="3581400"/>
            </a:xfrm>
            <a:custGeom>
              <a:avLst/>
              <a:gdLst/>
              <a:ahLst/>
              <a:cxnLst/>
              <a:rect l="l" t="t" r="r" b="b"/>
              <a:pathLst>
                <a:path w="2133600" h="3581400">
                  <a:moveTo>
                    <a:pt x="2133600" y="0"/>
                  </a:moveTo>
                  <a:lnTo>
                    <a:pt x="0" y="0"/>
                  </a:lnTo>
                  <a:lnTo>
                    <a:pt x="0" y="3581400"/>
                  </a:lnTo>
                  <a:lnTo>
                    <a:pt x="2133600" y="3581400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D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4000" y="5333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2260" y="452627"/>
              <a:ext cx="6380226" cy="84353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R="149225" algn="ctr">
              <a:lnSpc>
                <a:spcPts val="3295"/>
              </a:lnSpc>
              <a:spcBef>
                <a:spcPts val="185"/>
              </a:spcBef>
            </a:pPr>
            <a:r>
              <a:rPr spc="-10" dirty="0"/>
              <a:t>Prototyping</a:t>
            </a:r>
            <a:r>
              <a:rPr spc="-30" dirty="0"/>
              <a:t> </a:t>
            </a:r>
            <a:r>
              <a:rPr spc="-5" dirty="0"/>
              <a:t>Database</a:t>
            </a:r>
            <a:r>
              <a:rPr spc="-15" dirty="0"/>
              <a:t> </a:t>
            </a:r>
            <a:r>
              <a:rPr spc="-5" dirty="0"/>
              <a:t>Methodology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441959"/>
            <a:ext cx="9144000" cy="5963920"/>
            <a:chOff x="1524000" y="441959"/>
            <a:chExt cx="9144000" cy="5963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0" y="533399"/>
              <a:ext cx="9144000" cy="54483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24000" y="2590799"/>
              <a:ext cx="2133600" cy="2057400"/>
            </a:xfrm>
            <a:custGeom>
              <a:avLst/>
              <a:gdLst/>
              <a:ahLst/>
              <a:cxnLst/>
              <a:rect l="l" t="t" r="r" b="b"/>
              <a:pathLst>
                <a:path w="2133600" h="2057400">
                  <a:moveTo>
                    <a:pt x="21336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2133600" y="2057400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D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91000" y="5867400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304800" y="0"/>
                  </a:moveTo>
                  <a:lnTo>
                    <a:pt x="0" y="133350"/>
                  </a:lnTo>
                  <a:lnTo>
                    <a:pt x="152400" y="133350"/>
                  </a:lnTo>
                  <a:lnTo>
                    <a:pt x="152400" y="533400"/>
                  </a:lnTo>
                  <a:lnTo>
                    <a:pt x="457200" y="533400"/>
                  </a:lnTo>
                  <a:lnTo>
                    <a:pt x="457200" y="133350"/>
                  </a:lnTo>
                  <a:lnTo>
                    <a:pt x="609600" y="1333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91000" y="5867400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133350"/>
                  </a:moveTo>
                  <a:lnTo>
                    <a:pt x="304800" y="0"/>
                  </a:lnTo>
                  <a:lnTo>
                    <a:pt x="609600" y="133350"/>
                  </a:lnTo>
                  <a:lnTo>
                    <a:pt x="457200" y="133350"/>
                  </a:lnTo>
                  <a:lnTo>
                    <a:pt x="457200" y="533400"/>
                  </a:lnTo>
                  <a:lnTo>
                    <a:pt x="152400" y="533400"/>
                  </a:lnTo>
                  <a:lnTo>
                    <a:pt x="152400" y="133350"/>
                  </a:lnTo>
                  <a:lnTo>
                    <a:pt x="0" y="13335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62800" y="5867400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304800" y="0"/>
                  </a:moveTo>
                  <a:lnTo>
                    <a:pt x="0" y="133350"/>
                  </a:lnTo>
                  <a:lnTo>
                    <a:pt x="152400" y="133350"/>
                  </a:lnTo>
                  <a:lnTo>
                    <a:pt x="152400" y="533400"/>
                  </a:lnTo>
                  <a:lnTo>
                    <a:pt x="457200" y="533400"/>
                  </a:lnTo>
                  <a:lnTo>
                    <a:pt x="457200" y="133350"/>
                  </a:lnTo>
                  <a:lnTo>
                    <a:pt x="609600" y="1333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62800" y="5867400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133350"/>
                  </a:moveTo>
                  <a:lnTo>
                    <a:pt x="304800" y="0"/>
                  </a:lnTo>
                  <a:lnTo>
                    <a:pt x="609600" y="133350"/>
                  </a:lnTo>
                  <a:lnTo>
                    <a:pt x="457200" y="133350"/>
                  </a:lnTo>
                  <a:lnTo>
                    <a:pt x="457200" y="533400"/>
                  </a:lnTo>
                  <a:lnTo>
                    <a:pt x="152400" y="533400"/>
                  </a:lnTo>
                  <a:lnTo>
                    <a:pt x="152400" y="133350"/>
                  </a:lnTo>
                  <a:lnTo>
                    <a:pt x="0" y="13335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29200" y="6027419"/>
              <a:ext cx="609600" cy="288290"/>
            </a:xfrm>
            <a:custGeom>
              <a:avLst/>
              <a:gdLst/>
              <a:ahLst/>
              <a:cxnLst/>
              <a:rect l="l" t="t" r="r" b="b"/>
              <a:pathLst>
                <a:path w="609600" h="288289">
                  <a:moveTo>
                    <a:pt x="0" y="0"/>
                  </a:moveTo>
                  <a:lnTo>
                    <a:pt x="0" y="91439"/>
                  </a:lnTo>
                  <a:lnTo>
                    <a:pt x="4802" y="111533"/>
                  </a:lnTo>
                  <a:lnTo>
                    <a:pt x="41744" y="149664"/>
                  </a:lnTo>
                  <a:lnTo>
                    <a:pt x="111855" y="183830"/>
                  </a:lnTo>
                  <a:lnTo>
                    <a:pt x="158118" y="198970"/>
                  </a:lnTo>
                  <a:lnTo>
                    <a:pt x="211196" y="212570"/>
                  </a:lnTo>
                  <a:lnTo>
                    <a:pt x="270597" y="224448"/>
                  </a:lnTo>
                  <a:lnTo>
                    <a:pt x="335829" y="234420"/>
                  </a:lnTo>
                  <a:lnTo>
                    <a:pt x="406400" y="242303"/>
                  </a:lnTo>
                  <a:lnTo>
                    <a:pt x="406400" y="288023"/>
                  </a:lnTo>
                  <a:lnTo>
                    <a:pt x="609600" y="205739"/>
                  </a:lnTo>
                  <a:lnTo>
                    <a:pt x="406400" y="105143"/>
                  </a:lnTo>
                  <a:lnTo>
                    <a:pt x="406400" y="150863"/>
                  </a:lnTo>
                  <a:lnTo>
                    <a:pt x="335829" y="142976"/>
                  </a:lnTo>
                  <a:lnTo>
                    <a:pt x="270597" y="133003"/>
                  </a:lnTo>
                  <a:lnTo>
                    <a:pt x="211196" y="121125"/>
                  </a:lnTo>
                  <a:lnTo>
                    <a:pt x="158118" y="107525"/>
                  </a:lnTo>
                  <a:lnTo>
                    <a:pt x="111855" y="92386"/>
                  </a:lnTo>
                  <a:lnTo>
                    <a:pt x="72900" y="75890"/>
                  </a:lnTo>
                  <a:lnTo>
                    <a:pt x="18881" y="39561"/>
                  </a:lnTo>
                  <a:lnTo>
                    <a:pt x="4802" y="200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29573" y="5867400"/>
              <a:ext cx="609600" cy="205740"/>
            </a:xfrm>
            <a:custGeom>
              <a:avLst/>
              <a:gdLst/>
              <a:ahLst/>
              <a:cxnLst/>
              <a:rect l="l" t="t" r="r" b="b"/>
              <a:pathLst>
                <a:path w="609600" h="205739">
                  <a:moveTo>
                    <a:pt x="609226" y="0"/>
                  </a:moveTo>
                  <a:lnTo>
                    <a:pt x="565107" y="420"/>
                  </a:lnTo>
                  <a:lnTo>
                    <a:pt x="521262" y="1676"/>
                  </a:lnTo>
                  <a:lnTo>
                    <a:pt x="477870" y="3761"/>
                  </a:lnTo>
                  <a:lnTo>
                    <a:pt x="435109" y="6667"/>
                  </a:lnTo>
                  <a:lnTo>
                    <a:pt x="363173" y="13596"/>
                  </a:lnTo>
                  <a:lnTo>
                    <a:pt x="296562" y="22607"/>
                  </a:lnTo>
                  <a:lnTo>
                    <a:pt x="235660" y="33512"/>
                  </a:lnTo>
                  <a:lnTo>
                    <a:pt x="180851" y="46126"/>
                  </a:lnTo>
                  <a:lnTo>
                    <a:pt x="132518" y="60262"/>
                  </a:lnTo>
                  <a:lnTo>
                    <a:pt x="91044" y="75732"/>
                  </a:lnTo>
                  <a:lnTo>
                    <a:pt x="30211" y="109933"/>
                  </a:lnTo>
                  <a:lnTo>
                    <a:pt x="1420" y="147235"/>
                  </a:lnTo>
                  <a:lnTo>
                    <a:pt x="0" y="166583"/>
                  </a:lnTo>
                  <a:lnTo>
                    <a:pt x="7740" y="186147"/>
                  </a:lnTo>
                  <a:lnTo>
                    <a:pt x="25026" y="205740"/>
                  </a:lnTo>
                  <a:lnTo>
                    <a:pt x="47565" y="189244"/>
                  </a:lnTo>
                  <a:lnTo>
                    <a:pt x="76343" y="173725"/>
                  </a:lnTo>
                  <a:lnTo>
                    <a:pt x="150831" y="145965"/>
                  </a:lnTo>
                  <a:lnTo>
                    <a:pt x="195650" y="133899"/>
                  </a:lnTo>
                  <a:lnTo>
                    <a:pt x="244926" y="123158"/>
                  </a:lnTo>
                  <a:lnTo>
                    <a:pt x="298213" y="113830"/>
                  </a:lnTo>
                  <a:lnTo>
                    <a:pt x="355066" y="106002"/>
                  </a:lnTo>
                  <a:lnTo>
                    <a:pt x="415039" y="99762"/>
                  </a:lnTo>
                  <a:lnTo>
                    <a:pt x="477687" y="95197"/>
                  </a:lnTo>
                  <a:lnTo>
                    <a:pt x="542564" y="92393"/>
                  </a:lnTo>
                  <a:lnTo>
                    <a:pt x="609226" y="91440"/>
                  </a:lnTo>
                  <a:lnTo>
                    <a:pt x="609226" y="0"/>
                  </a:lnTo>
                  <a:close/>
                </a:path>
              </a:pathLst>
            </a:custGeom>
            <a:solidFill>
              <a:srgbClr val="1528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29200" y="5867400"/>
              <a:ext cx="609600" cy="448309"/>
            </a:xfrm>
            <a:custGeom>
              <a:avLst/>
              <a:gdLst/>
              <a:ahLst/>
              <a:cxnLst/>
              <a:rect l="l" t="t" r="r" b="b"/>
              <a:pathLst>
                <a:path w="609600" h="448310">
                  <a:moveTo>
                    <a:pt x="0" y="160019"/>
                  </a:moveTo>
                  <a:lnTo>
                    <a:pt x="18881" y="199581"/>
                  </a:lnTo>
                  <a:lnTo>
                    <a:pt x="72900" y="235910"/>
                  </a:lnTo>
                  <a:lnTo>
                    <a:pt x="111855" y="252406"/>
                  </a:lnTo>
                  <a:lnTo>
                    <a:pt x="158118" y="267545"/>
                  </a:lnTo>
                  <a:lnTo>
                    <a:pt x="211196" y="281145"/>
                  </a:lnTo>
                  <a:lnTo>
                    <a:pt x="270597" y="293023"/>
                  </a:lnTo>
                  <a:lnTo>
                    <a:pt x="335829" y="302996"/>
                  </a:lnTo>
                  <a:lnTo>
                    <a:pt x="406400" y="310883"/>
                  </a:lnTo>
                  <a:lnTo>
                    <a:pt x="406400" y="265163"/>
                  </a:lnTo>
                  <a:lnTo>
                    <a:pt x="609600" y="365759"/>
                  </a:lnTo>
                  <a:lnTo>
                    <a:pt x="406400" y="448043"/>
                  </a:lnTo>
                  <a:lnTo>
                    <a:pt x="406400" y="402323"/>
                  </a:lnTo>
                  <a:lnTo>
                    <a:pt x="335829" y="394440"/>
                  </a:lnTo>
                  <a:lnTo>
                    <a:pt x="270597" y="384468"/>
                  </a:lnTo>
                  <a:lnTo>
                    <a:pt x="211196" y="372590"/>
                  </a:lnTo>
                  <a:lnTo>
                    <a:pt x="158118" y="358990"/>
                  </a:lnTo>
                  <a:lnTo>
                    <a:pt x="111855" y="343850"/>
                  </a:lnTo>
                  <a:lnTo>
                    <a:pt x="72900" y="327354"/>
                  </a:lnTo>
                  <a:lnTo>
                    <a:pt x="18881" y="291022"/>
                  </a:lnTo>
                  <a:lnTo>
                    <a:pt x="0" y="251459"/>
                  </a:lnTo>
                  <a:lnTo>
                    <a:pt x="0" y="160019"/>
                  </a:lnTo>
                  <a:lnTo>
                    <a:pt x="16099" y="123328"/>
                  </a:lnTo>
                  <a:lnTo>
                    <a:pt x="61959" y="89646"/>
                  </a:lnTo>
                  <a:lnTo>
                    <a:pt x="133920" y="59934"/>
                  </a:lnTo>
                  <a:lnTo>
                    <a:pt x="178546" y="46867"/>
                  </a:lnTo>
                  <a:lnTo>
                    <a:pt x="228324" y="35153"/>
                  </a:lnTo>
                  <a:lnTo>
                    <a:pt x="282798" y="24912"/>
                  </a:lnTo>
                  <a:lnTo>
                    <a:pt x="341511" y="16264"/>
                  </a:lnTo>
                  <a:lnTo>
                    <a:pt x="404005" y="9328"/>
                  </a:lnTo>
                  <a:lnTo>
                    <a:pt x="469822" y="4226"/>
                  </a:lnTo>
                  <a:lnTo>
                    <a:pt x="538506" y="1076"/>
                  </a:lnTo>
                  <a:lnTo>
                    <a:pt x="609600" y="0"/>
                  </a:lnTo>
                  <a:lnTo>
                    <a:pt x="609600" y="91440"/>
                  </a:lnTo>
                  <a:lnTo>
                    <a:pt x="542938" y="92393"/>
                  </a:lnTo>
                  <a:lnTo>
                    <a:pt x="478060" y="95197"/>
                  </a:lnTo>
                  <a:lnTo>
                    <a:pt x="415413" y="99762"/>
                  </a:lnTo>
                  <a:lnTo>
                    <a:pt x="355440" y="106002"/>
                  </a:lnTo>
                  <a:lnTo>
                    <a:pt x="298587" y="113830"/>
                  </a:lnTo>
                  <a:lnTo>
                    <a:pt x="245300" y="123158"/>
                  </a:lnTo>
                  <a:lnTo>
                    <a:pt x="196024" y="133899"/>
                  </a:lnTo>
                  <a:lnTo>
                    <a:pt x="151205" y="145965"/>
                  </a:lnTo>
                  <a:lnTo>
                    <a:pt x="111287" y="159269"/>
                  </a:lnTo>
                  <a:lnTo>
                    <a:pt x="47939" y="189244"/>
                  </a:lnTo>
                  <a:lnTo>
                    <a:pt x="25400" y="20574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48400" y="6073139"/>
              <a:ext cx="457200" cy="242570"/>
            </a:xfrm>
            <a:custGeom>
              <a:avLst/>
              <a:gdLst/>
              <a:ahLst/>
              <a:cxnLst/>
              <a:rect l="l" t="t" r="r" b="b"/>
              <a:pathLst>
                <a:path w="457200" h="242570">
                  <a:moveTo>
                    <a:pt x="438150" y="0"/>
                  </a:moveTo>
                  <a:lnTo>
                    <a:pt x="376117" y="45259"/>
                  </a:lnTo>
                  <a:lnTo>
                    <a:pt x="331279" y="64563"/>
                  </a:lnTo>
                  <a:lnTo>
                    <a:pt x="278440" y="81202"/>
                  </a:lnTo>
                  <a:lnTo>
                    <a:pt x="218510" y="94841"/>
                  </a:lnTo>
                  <a:lnTo>
                    <a:pt x="152400" y="105143"/>
                  </a:lnTo>
                  <a:lnTo>
                    <a:pt x="152400" y="59423"/>
                  </a:lnTo>
                  <a:lnTo>
                    <a:pt x="0" y="160020"/>
                  </a:lnTo>
                  <a:lnTo>
                    <a:pt x="152400" y="242303"/>
                  </a:lnTo>
                  <a:lnTo>
                    <a:pt x="152400" y="196583"/>
                  </a:lnTo>
                  <a:lnTo>
                    <a:pt x="218076" y="186381"/>
                  </a:lnTo>
                  <a:lnTo>
                    <a:pt x="276971" y="173073"/>
                  </a:lnTo>
                  <a:lnTo>
                    <a:pt x="328536" y="157036"/>
                  </a:lnTo>
                  <a:lnTo>
                    <a:pt x="372221" y="138645"/>
                  </a:lnTo>
                  <a:lnTo>
                    <a:pt x="407479" y="118279"/>
                  </a:lnTo>
                  <a:lnTo>
                    <a:pt x="450517" y="73127"/>
                  </a:lnTo>
                  <a:lnTo>
                    <a:pt x="457200" y="49094"/>
                  </a:lnTo>
                  <a:lnTo>
                    <a:pt x="453260" y="24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48400" y="5867400"/>
              <a:ext cx="457200" cy="251460"/>
            </a:xfrm>
            <a:custGeom>
              <a:avLst/>
              <a:gdLst/>
              <a:ahLst/>
              <a:cxnLst/>
              <a:rect l="l" t="t" r="r" b="b"/>
              <a:pathLst>
                <a:path w="457200" h="251460">
                  <a:moveTo>
                    <a:pt x="0" y="0"/>
                  </a:moveTo>
                  <a:lnTo>
                    <a:pt x="0" y="91440"/>
                  </a:lnTo>
                  <a:lnTo>
                    <a:pt x="67555" y="93174"/>
                  </a:lnTo>
                  <a:lnTo>
                    <a:pt x="132034" y="98214"/>
                  </a:lnTo>
                  <a:lnTo>
                    <a:pt x="192731" y="106312"/>
                  </a:lnTo>
                  <a:lnTo>
                    <a:pt x="248937" y="117219"/>
                  </a:lnTo>
                  <a:lnTo>
                    <a:pt x="299945" y="130689"/>
                  </a:lnTo>
                  <a:lnTo>
                    <a:pt x="345046" y="146474"/>
                  </a:lnTo>
                  <a:lnTo>
                    <a:pt x="383535" y="164326"/>
                  </a:lnTo>
                  <a:lnTo>
                    <a:pt x="437840" y="205243"/>
                  </a:lnTo>
                  <a:lnTo>
                    <a:pt x="457200" y="251459"/>
                  </a:lnTo>
                  <a:lnTo>
                    <a:pt x="457200" y="160019"/>
                  </a:lnTo>
                  <a:lnTo>
                    <a:pt x="437840" y="113803"/>
                  </a:lnTo>
                  <a:lnTo>
                    <a:pt x="383535" y="72886"/>
                  </a:lnTo>
                  <a:lnTo>
                    <a:pt x="345046" y="55034"/>
                  </a:lnTo>
                  <a:lnTo>
                    <a:pt x="299945" y="39249"/>
                  </a:lnTo>
                  <a:lnTo>
                    <a:pt x="248937" y="25779"/>
                  </a:lnTo>
                  <a:lnTo>
                    <a:pt x="192731" y="14872"/>
                  </a:lnTo>
                  <a:lnTo>
                    <a:pt x="132034" y="6774"/>
                  </a:lnTo>
                  <a:lnTo>
                    <a:pt x="67555" y="1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28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48400" y="5867400"/>
              <a:ext cx="457200" cy="448309"/>
            </a:xfrm>
            <a:custGeom>
              <a:avLst/>
              <a:gdLst/>
              <a:ahLst/>
              <a:cxnLst/>
              <a:rect l="l" t="t" r="r" b="b"/>
              <a:pathLst>
                <a:path w="457200" h="448310">
                  <a:moveTo>
                    <a:pt x="457200" y="251459"/>
                  </a:moveTo>
                  <a:lnTo>
                    <a:pt x="437840" y="205243"/>
                  </a:lnTo>
                  <a:lnTo>
                    <a:pt x="383535" y="164326"/>
                  </a:lnTo>
                  <a:lnTo>
                    <a:pt x="345046" y="146474"/>
                  </a:lnTo>
                  <a:lnTo>
                    <a:pt x="299945" y="130689"/>
                  </a:lnTo>
                  <a:lnTo>
                    <a:pt x="248937" y="117219"/>
                  </a:lnTo>
                  <a:lnTo>
                    <a:pt x="192731" y="106312"/>
                  </a:lnTo>
                  <a:lnTo>
                    <a:pt x="132034" y="98214"/>
                  </a:lnTo>
                  <a:lnTo>
                    <a:pt x="67555" y="93174"/>
                  </a:lnTo>
                  <a:lnTo>
                    <a:pt x="0" y="91440"/>
                  </a:lnTo>
                  <a:lnTo>
                    <a:pt x="0" y="0"/>
                  </a:lnTo>
                  <a:lnTo>
                    <a:pt x="67555" y="1734"/>
                  </a:lnTo>
                  <a:lnTo>
                    <a:pt x="132034" y="6774"/>
                  </a:lnTo>
                  <a:lnTo>
                    <a:pt x="192731" y="14872"/>
                  </a:lnTo>
                  <a:lnTo>
                    <a:pt x="248937" y="25779"/>
                  </a:lnTo>
                  <a:lnTo>
                    <a:pt x="299945" y="39249"/>
                  </a:lnTo>
                  <a:lnTo>
                    <a:pt x="345046" y="55034"/>
                  </a:lnTo>
                  <a:lnTo>
                    <a:pt x="383535" y="72886"/>
                  </a:lnTo>
                  <a:lnTo>
                    <a:pt x="437840" y="113803"/>
                  </a:lnTo>
                  <a:lnTo>
                    <a:pt x="457200" y="160019"/>
                  </a:lnTo>
                  <a:lnTo>
                    <a:pt x="457200" y="251459"/>
                  </a:lnTo>
                  <a:lnTo>
                    <a:pt x="435256" y="300465"/>
                  </a:lnTo>
                  <a:lnTo>
                    <a:pt x="373284" y="343850"/>
                  </a:lnTo>
                  <a:lnTo>
                    <a:pt x="329096" y="362542"/>
                  </a:lnTo>
                  <a:lnTo>
                    <a:pt x="277070" y="378756"/>
                  </a:lnTo>
                  <a:lnTo>
                    <a:pt x="217930" y="392135"/>
                  </a:lnTo>
                  <a:lnTo>
                    <a:pt x="152400" y="402323"/>
                  </a:lnTo>
                  <a:lnTo>
                    <a:pt x="152400" y="448043"/>
                  </a:lnTo>
                  <a:lnTo>
                    <a:pt x="0" y="365759"/>
                  </a:lnTo>
                  <a:lnTo>
                    <a:pt x="152400" y="265163"/>
                  </a:lnTo>
                  <a:lnTo>
                    <a:pt x="152400" y="310883"/>
                  </a:lnTo>
                  <a:lnTo>
                    <a:pt x="218510" y="300581"/>
                  </a:lnTo>
                  <a:lnTo>
                    <a:pt x="278440" y="286942"/>
                  </a:lnTo>
                  <a:lnTo>
                    <a:pt x="331279" y="270303"/>
                  </a:lnTo>
                  <a:lnTo>
                    <a:pt x="376117" y="250999"/>
                  </a:lnTo>
                  <a:lnTo>
                    <a:pt x="412044" y="229366"/>
                  </a:lnTo>
                  <a:lnTo>
                    <a:pt x="438150" y="20574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24000" y="5333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2260" y="452627"/>
              <a:ext cx="6380226" cy="843534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R="149225" algn="ctr">
              <a:lnSpc>
                <a:spcPts val="3295"/>
              </a:lnSpc>
              <a:spcBef>
                <a:spcPts val="185"/>
              </a:spcBef>
            </a:pPr>
            <a:r>
              <a:rPr spc="-10" dirty="0"/>
              <a:t>Prototyping</a:t>
            </a:r>
            <a:r>
              <a:rPr spc="-30" dirty="0"/>
              <a:t> </a:t>
            </a:r>
            <a:r>
              <a:rPr spc="-5" dirty="0"/>
              <a:t>Database</a:t>
            </a:r>
            <a:r>
              <a:rPr spc="-15" dirty="0"/>
              <a:t> </a:t>
            </a:r>
            <a:r>
              <a:rPr spc="-5" dirty="0"/>
              <a:t>Methodology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441959"/>
            <a:ext cx="9144000" cy="5539740"/>
            <a:chOff x="1524000" y="441959"/>
            <a:chExt cx="9144000" cy="5539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0" y="533399"/>
              <a:ext cx="9144000" cy="54483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114800" y="2514599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457200" y="0"/>
                  </a:moveTo>
                  <a:lnTo>
                    <a:pt x="152400" y="0"/>
                  </a:lnTo>
                  <a:lnTo>
                    <a:pt x="152400" y="400050"/>
                  </a:lnTo>
                  <a:lnTo>
                    <a:pt x="0" y="400050"/>
                  </a:lnTo>
                  <a:lnTo>
                    <a:pt x="304800" y="533400"/>
                  </a:lnTo>
                  <a:lnTo>
                    <a:pt x="609600" y="400050"/>
                  </a:lnTo>
                  <a:lnTo>
                    <a:pt x="457200" y="40005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14800" y="2514599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400050"/>
                  </a:moveTo>
                  <a:lnTo>
                    <a:pt x="304800" y="533400"/>
                  </a:lnTo>
                  <a:lnTo>
                    <a:pt x="609600" y="400050"/>
                  </a:lnTo>
                  <a:lnTo>
                    <a:pt x="457200" y="400050"/>
                  </a:lnTo>
                  <a:lnTo>
                    <a:pt x="457200" y="0"/>
                  </a:lnTo>
                  <a:lnTo>
                    <a:pt x="152400" y="0"/>
                  </a:lnTo>
                  <a:lnTo>
                    <a:pt x="152400" y="400050"/>
                  </a:lnTo>
                  <a:lnTo>
                    <a:pt x="0" y="40005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24000" y="5333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9144000" y="4572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2260" y="452627"/>
              <a:ext cx="6380226" cy="84353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R="149225" algn="ctr">
              <a:lnSpc>
                <a:spcPts val="3295"/>
              </a:lnSpc>
              <a:spcBef>
                <a:spcPts val="185"/>
              </a:spcBef>
            </a:pPr>
            <a:r>
              <a:rPr spc="-10" dirty="0"/>
              <a:t>Prototyping</a:t>
            </a:r>
            <a:r>
              <a:rPr spc="-30" dirty="0"/>
              <a:t> </a:t>
            </a:r>
            <a:r>
              <a:rPr spc="-5" dirty="0"/>
              <a:t>Database</a:t>
            </a:r>
            <a:r>
              <a:rPr spc="-15" dirty="0"/>
              <a:t> </a:t>
            </a:r>
            <a:r>
              <a:rPr spc="-5" dirty="0"/>
              <a:t>Methodology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504</Words>
  <Application>Microsoft Office PowerPoint</Application>
  <PresentationFormat>Widescreen</PresentationFormat>
  <Paragraphs>118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 Narrow</vt:lpstr>
      <vt:lpstr>Calibri</vt:lpstr>
      <vt:lpstr>Constantia</vt:lpstr>
      <vt:lpstr>Gill Sans MT</vt:lpstr>
      <vt:lpstr>Tahoma</vt:lpstr>
      <vt:lpstr>Times New Roman</vt:lpstr>
      <vt:lpstr>Trebuchet MS</vt:lpstr>
      <vt:lpstr>Wingdings 2</vt:lpstr>
      <vt:lpstr>Office Theme</vt:lpstr>
      <vt:lpstr>DATABASE MANAGEMENT SYSTEMS</vt:lpstr>
      <vt:lpstr>DATABASE DEVELOPMENT PROCESS</vt:lpstr>
      <vt:lpstr>PowerPoint Presentation</vt:lpstr>
      <vt:lpstr> DATABASE DEVELOPMENT PROCESS</vt:lpstr>
      <vt:lpstr>SYSTEMS DEVELOPMENT LIFE CYCLE (CONT.)</vt:lpstr>
      <vt:lpstr>SYSTEMS DEVELOPMENT LIFE CYCLE (CONT.)</vt:lpstr>
      <vt:lpstr>SYSTEMS DEVELOPMENT LIFE CYCLE (CONT.)</vt:lpstr>
      <vt:lpstr>SYSTEMS DEVELOPMENT LIFE CYCLE (CONT.)</vt:lpstr>
      <vt:lpstr>SYSTEMS DEVELOPMENT LIFE CYCLE (CONT.)</vt:lpstr>
      <vt:lpstr>SYSTEMS DEVELOPMENT LIFE CYCLE (CONT.)</vt:lpstr>
      <vt:lpstr>SYSTEMS DEVELOPMENT LIFE CYCLE (CONT.)</vt:lpstr>
      <vt:lpstr>Prototyping Database Methodology</vt:lpstr>
      <vt:lpstr>Prototyping Database Methodology</vt:lpstr>
      <vt:lpstr>Prototyping Database Methodology</vt:lpstr>
      <vt:lpstr>Prototyping Database Methodology</vt:lpstr>
      <vt:lpstr>Prototyping Database Methodology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</dc:title>
  <dc:creator>Zartasha Baloch</dc:creator>
  <cp:lastModifiedBy>Junaid Javed</cp:lastModifiedBy>
  <cp:revision>2</cp:revision>
  <dcterms:created xsi:type="dcterms:W3CDTF">2026-02-17T07:53:35Z</dcterms:created>
  <dcterms:modified xsi:type="dcterms:W3CDTF">2026-09-03T08:09:52Z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2020-05-29T00:00:00Z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2026-02-17T00:00:00Z</vt:filetime>
  </property>
</Properties>
</file>