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68372" y="1138173"/>
            <a:ext cx="725525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85289" y="2135200"/>
            <a:ext cx="632650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85289" y="2438941"/>
            <a:ext cx="7312659" cy="2724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6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6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6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9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4019" y="1875282"/>
            <a:ext cx="72491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90">
                <a:solidFill>
                  <a:srgbClr val="1A315F"/>
                </a:solidFill>
                <a:latin typeface="Trebuchet MS"/>
                <a:cs typeface="Trebuchet MS"/>
              </a:rPr>
              <a:t>DATABASE</a:t>
            </a:r>
            <a:r>
              <a:rPr dirty="0" sz="3600" spc="-6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>
                <a:solidFill>
                  <a:srgbClr val="1A315F"/>
                </a:solidFill>
                <a:latin typeface="Trebuchet MS"/>
                <a:cs typeface="Trebuchet MS"/>
              </a:rPr>
              <a:t>MANAGEMENT</a:t>
            </a:r>
            <a:r>
              <a:rPr dirty="0" sz="3600" spc="-105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>
                <a:solidFill>
                  <a:srgbClr val="1A315F"/>
                </a:solidFill>
                <a:latin typeface="Trebuchet MS"/>
                <a:cs typeface="Trebuchet MS"/>
              </a:rPr>
              <a:t>SYSTEMS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9018" y="4839741"/>
            <a:ext cx="29813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dirty="0" sz="1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5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dirty="0" sz="1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846" y="1870709"/>
            <a:ext cx="86347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solidFill>
                  <a:srgbClr val="1A315F"/>
                </a:solidFill>
                <a:latin typeface="Gill Sans MT"/>
                <a:cs typeface="Gill Sans MT"/>
              </a:rPr>
              <a:t>WRITING</a:t>
            </a:r>
            <a:r>
              <a:rPr dirty="0" sz="3600" spc="-15" b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dirty="0" sz="3600" spc="10" b="0">
                <a:solidFill>
                  <a:srgbClr val="1A315F"/>
                </a:solidFill>
                <a:latin typeface="Gill Sans MT"/>
                <a:cs typeface="Gill Sans MT"/>
              </a:rPr>
              <a:t>BASIC</a:t>
            </a:r>
            <a:r>
              <a:rPr dirty="0" sz="3600" spc="-30" b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dirty="0" sz="3600" spc="-5" b="0">
                <a:solidFill>
                  <a:srgbClr val="1A315F"/>
                </a:solidFill>
                <a:latin typeface="Gill Sans MT"/>
                <a:cs typeface="Gill Sans MT"/>
              </a:rPr>
              <a:t>SQL</a:t>
            </a:r>
            <a:r>
              <a:rPr dirty="0" sz="3600" spc="-10" b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dirty="0" sz="3600" spc="-5" b="0">
                <a:solidFill>
                  <a:srgbClr val="1A315F"/>
                </a:solidFill>
                <a:latin typeface="Gill Sans MT"/>
                <a:cs typeface="Gill Sans MT"/>
              </a:rPr>
              <a:t>SELECT</a:t>
            </a:r>
            <a:r>
              <a:rPr dirty="0" sz="3600" b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dirty="0" sz="3600" spc="-75" b="0">
                <a:solidFill>
                  <a:srgbClr val="1A315F"/>
                </a:solidFill>
                <a:latin typeface="Gill Sans MT"/>
                <a:cs typeface="Gill Sans MT"/>
              </a:rPr>
              <a:t>STATEMENTS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89879" y="3100197"/>
            <a:ext cx="13087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dirty="0" sz="20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66423" y="6054344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E5AAC"/>
                </a:solidFill>
                <a:latin typeface="Gill Sans MT"/>
                <a:cs typeface="Gill Sans MT"/>
              </a:rPr>
              <a:t>2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3846" y="4052061"/>
            <a:ext cx="10200640" cy="2068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985">
              <a:lnSpc>
                <a:spcPct val="100000"/>
              </a:lnSpc>
              <a:spcBef>
                <a:spcPts val="95"/>
              </a:spcBef>
            </a:pPr>
            <a:r>
              <a:rPr dirty="0" sz="1600" spc="5" b="1">
                <a:solidFill>
                  <a:srgbClr val="FFFFCC"/>
                </a:solidFill>
                <a:latin typeface="Gill Sans MT"/>
                <a:cs typeface="Gill Sans MT"/>
              </a:rPr>
              <a:t>Disclaimer: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material used in this presentation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deliver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definitions/text and pictures/graphs </a:t>
            </a:r>
            <a:r>
              <a:rPr dirty="0" sz="1600" spc="5">
                <a:solidFill>
                  <a:srgbClr val="FFFFCC"/>
                </a:solidFill>
                <a:latin typeface="Gill Sans MT"/>
                <a:cs typeface="Gill Sans MT"/>
              </a:rPr>
              <a:t>etc.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does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not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solely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belong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author/presenter.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presenter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has gathered this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material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from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various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 on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 web/textbooks.</a:t>
            </a:r>
            <a:r>
              <a:rPr dirty="0" sz="16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dirty="0" sz="1600" spc="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especially acknowledged:</a:t>
            </a:r>
            <a:endParaRPr sz="1600">
              <a:latin typeface="Gill Sans MT"/>
              <a:cs typeface="Gill Sans MT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Connolly,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Thomas</a:t>
            </a:r>
            <a:r>
              <a:rPr dirty="0" sz="1400" spc="229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M.,</a:t>
            </a:r>
            <a:r>
              <a:rPr dirty="0" sz="1400" spc="9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dirty="0" sz="1400" spc="2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E.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Begg.</a:t>
            </a:r>
            <a:r>
              <a:rPr dirty="0" sz="1400" spc="9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systems:</a:t>
            </a:r>
            <a:r>
              <a:rPr dirty="0" sz="1400" spc="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dirty="0" sz="1400" spc="22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dirty="0" sz="1400" spc="229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design,</a:t>
            </a:r>
            <a:r>
              <a:rPr dirty="0" sz="1400" spc="9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implementation,</a:t>
            </a:r>
            <a:r>
              <a:rPr dirty="0" sz="1400" spc="9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Pearson </a:t>
            </a:r>
            <a:r>
              <a:rPr dirty="0" sz="1400" spc="-37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Education,</a:t>
            </a:r>
            <a:r>
              <a:rPr dirty="0" sz="1400" spc="-1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2005.</a:t>
            </a:r>
            <a:endParaRPr sz="1400">
              <a:latin typeface="Gill Sans MT"/>
              <a:cs typeface="Gill Sans MT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Gorman,Tim,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Inger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Jorgensen,</a:t>
            </a:r>
            <a:r>
              <a:rPr dirty="0" sz="1400" spc="-15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Melanie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Caffrey,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Lex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deHaan.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Beginning</a:t>
            </a: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Oracle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SQL: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For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Oracle</a:t>
            </a:r>
            <a:r>
              <a:rPr dirty="0" sz="1400" spc="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12c.Apress,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2014.</a:t>
            </a:r>
            <a:endParaRPr sz="1400">
              <a:latin typeface="Gill Sans MT"/>
              <a:cs typeface="Gill Sans MT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Greenberg,</a:t>
            </a:r>
            <a:r>
              <a:rPr dirty="0" sz="1400" spc="-15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Nancy,</a:t>
            </a:r>
            <a:r>
              <a:rPr dirty="0" sz="1400" spc="-14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Instructor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Guide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PriyaNathan.</a:t>
            </a:r>
            <a:r>
              <a:rPr dirty="0" sz="1400" spc="-16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"Introduction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to Oracle9i: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SQL."</a:t>
            </a:r>
            <a:r>
              <a:rPr dirty="0" sz="1400" spc="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ORACLE,</a:t>
            </a:r>
            <a:r>
              <a:rPr dirty="0" sz="1400" spc="-15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USA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(2001).</a:t>
            </a:r>
            <a:endParaRPr sz="1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OBJECTIVES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64870" y="2139543"/>
            <a:ext cx="7017384" cy="177863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After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completing</a:t>
            </a:r>
            <a:r>
              <a:rPr dirty="0" sz="2000" spc="-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lesson,</a:t>
            </a:r>
            <a:r>
              <a:rPr dirty="0" sz="2000" spc="-2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you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should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able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do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following: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96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List</a:t>
            </a:r>
            <a:r>
              <a:rPr dirty="0" sz="20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capabilities</a:t>
            </a:r>
            <a:r>
              <a:rPr dirty="0" sz="20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Courier New"/>
                <a:cs typeface="Courier New"/>
              </a:rPr>
              <a:t>SELECT</a:t>
            </a:r>
            <a:r>
              <a:rPr dirty="0" sz="2000" spc="-65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 spc="-50">
                <a:solidFill>
                  <a:srgbClr val="3C3C3C"/>
                </a:solidFill>
                <a:latin typeface="Gill Sans MT"/>
                <a:cs typeface="Gill Sans MT"/>
              </a:rPr>
              <a:t>x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ecu</a:t>
            </a:r>
            <a:r>
              <a:rPr dirty="0" sz="2000" spc="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basic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Courier New"/>
                <a:cs typeface="Courier New"/>
              </a:rPr>
              <a:t>SELEC</a:t>
            </a:r>
            <a:r>
              <a:rPr dirty="0" sz="2000">
                <a:solidFill>
                  <a:srgbClr val="3C3C3C"/>
                </a:solidFill>
                <a:latin typeface="Courier New"/>
                <a:cs typeface="Courier New"/>
              </a:rPr>
              <a:t>T</a:t>
            </a:r>
            <a:r>
              <a:rPr dirty="0" sz="2000" spc="-66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stateme</a:t>
            </a:r>
            <a:r>
              <a:rPr dirty="0" sz="2000" spc="1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20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Differentiate</a:t>
            </a:r>
            <a:r>
              <a:rPr dirty="0" sz="20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between</a:t>
            </a:r>
            <a:r>
              <a:rPr dirty="0" sz="20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20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r>
              <a:rPr dirty="0" sz="20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dirty="0" sz="2000" spc="-5" i="1">
                <a:solidFill>
                  <a:srgbClr val="3C3C3C"/>
                </a:solidFill>
                <a:latin typeface="Times New Roman"/>
                <a:cs typeface="Times New Roman"/>
              </a:rPr>
              <a:t>i</a:t>
            </a:r>
            <a:r>
              <a:rPr dirty="0" sz="2000" spc="-5">
                <a:solidFill>
                  <a:srgbClr val="3C3C3C"/>
                </a:solidFill>
                <a:latin typeface="Gill Sans MT"/>
                <a:cs typeface="Gill Sans MT"/>
              </a:rPr>
              <a:t>SQL*Plus</a:t>
            </a:r>
            <a:r>
              <a:rPr dirty="0" sz="20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2000">
                <a:solidFill>
                  <a:srgbClr val="3C3C3C"/>
                </a:solidFill>
                <a:latin typeface="Gill Sans MT"/>
                <a:cs typeface="Gill Sans MT"/>
              </a:rPr>
              <a:t>commands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WRITING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SQL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6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STATEMENTS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33424" y="2578100"/>
            <a:ext cx="5252085" cy="205295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case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sensitive.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more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lines.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Keywords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cannot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abbreviated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split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across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lines.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Clauses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usually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placed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separate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lines.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Indents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enhance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readability.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3203448" y="2295144"/>
            <a:ext cx="1932305" cy="1435100"/>
            <a:chOff x="3203448" y="2295144"/>
            <a:chExt cx="1932305" cy="1435100"/>
          </a:xfrm>
        </p:grpSpPr>
        <p:sp>
          <p:nvSpPr>
            <p:cNvPr id="4" name="object 4"/>
            <p:cNvSpPr/>
            <p:nvPr/>
          </p:nvSpPr>
          <p:spPr>
            <a:xfrm>
              <a:off x="3266948" y="2358389"/>
              <a:ext cx="1868805" cy="1371600"/>
            </a:xfrm>
            <a:custGeom>
              <a:avLst/>
              <a:gdLst/>
              <a:ahLst/>
              <a:cxnLst/>
              <a:rect l="l" t="t" r="r" b="b"/>
              <a:pathLst>
                <a:path w="1868804" h="1371600">
                  <a:moveTo>
                    <a:pt x="1868424" y="0"/>
                  </a:moveTo>
                  <a:lnTo>
                    <a:pt x="1791957" y="0"/>
                  </a:lnTo>
                  <a:lnTo>
                    <a:pt x="1791957" y="26670"/>
                  </a:lnTo>
                  <a:lnTo>
                    <a:pt x="1791970" y="1295400"/>
                  </a:lnTo>
                  <a:lnTo>
                    <a:pt x="25895" y="1295400"/>
                  </a:lnTo>
                  <a:lnTo>
                    <a:pt x="12954" y="1295400"/>
                  </a:lnTo>
                  <a:lnTo>
                    <a:pt x="0" y="1295400"/>
                  </a:lnTo>
                  <a:lnTo>
                    <a:pt x="0" y="1346200"/>
                  </a:lnTo>
                  <a:lnTo>
                    <a:pt x="0" y="1371600"/>
                  </a:lnTo>
                  <a:lnTo>
                    <a:pt x="1868424" y="1371600"/>
                  </a:lnTo>
                  <a:lnTo>
                    <a:pt x="1868424" y="1346200"/>
                  </a:lnTo>
                  <a:lnTo>
                    <a:pt x="1868424" y="26670"/>
                  </a:lnTo>
                  <a:lnTo>
                    <a:pt x="1868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216402" y="2308097"/>
              <a:ext cx="1842770" cy="1346200"/>
            </a:xfrm>
            <a:custGeom>
              <a:avLst/>
              <a:gdLst/>
              <a:ahLst/>
              <a:cxnLst/>
              <a:rect l="l" t="t" r="r" b="b"/>
              <a:pathLst>
                <a:path w="1842770" h="1346200">
                  <a:moveTo>
                    <a:pt x="282702" y="0"/>
                  </a:moveTo>
                  <a:lnTo>
                    <a:pt x="0" y="0"/>
                  </a:lnTo>
                  <a:lnTo>
                    <a:pt x="0" y="1345692"/>
                  </a:lnTo>
                  <a:lnTo>
                    <a:pt x="282702" y="1345692"/>
                  </a:lnTo>
                  <a:lnTo>
                    <a:pt x="282702" y="0"/>
                  </a:lnTo>
                  <a:close/>
                </a:path>
                <a:path w="1842770" h="1346200">
                  <a:moveTo>
                    <a:pt x="1247394" y="0"/>
                  </a:moveTo>
                  <a:lnTo>
                    <a:pt x="957821" y="0"/>
                  </a:lnTo>
                  <a:lnTo>
                    <a:pt x="957821" y="1345692"/>
                  </a:lnTo>
                  <a:lnTo>
                    <a:pt x="1247394" y="1345692"/>
                  </a:lnTo>
                  <a:lnTo>
                    <a:pt x="1247394" y="0"/>
                  </a:lnTo>
                  <a:close/>
                </a:path>
                <a:path w="1842770" h="1346200">
                  <a:moveTo>
                    <a:pt x="1842516" y="0"/>
                  </a:moveTo>
                  <a:lnTo>
                    <a:pt x="1556766" y="0"/>
                  </a:lnTo>
                  <a:lnTo>
                    <a:pt x="1556766" y="1345692"/>
                  </a:lnTo>
                  <a:lnTo>
                    <a:pt x="1842516" y="1345692"/>
                  </a:lnTo>
                  <a:lnTo>
                    <a:pt x="184251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16402" y="2308098"/>
              <a:ext cx="1842770" cy="1346200"/>
            </a:xfrm>
            <a:custGeom>
              <a:avLst/>
              <a:gdLst/>
              <a:ahLst/>
              <a:cxnLst/>
              <a:rect l="l" t="t" r="r" b="b"/>
              <a:pathLst>
                <a:path w="1842770" h="1346200">
                  <a:moveTo>
                    <a:pt x="0" y="1345691"/>
                  </a:moveTo>
                  <a:lnTo>
                    <a:pt x="1842516" y="1345691"/>
                  </a:lnTo>
                  <a:lnTo>
                    <a:pt x="1842516" y="0"/>
                  </a:lnTo>
                  <a:lnTo>
                    <a:pt x="0" y="0"/>
                  </a:lnTo>
                  <a:lnTo>
                    <a:pt x="0" y="134569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153155" y="4378452"/>
            <a:ext cx="1930400" cy="1437005"/>
            <a:chOff x="3153155" y="4378452"/>
            <a:chExt cx="1930400" cy="1437005"/>
          </a:xfrm>
        </p:grpSpPr>
        <p:sp>
          <p:nvSpPr>
            <p:cNvPr id="8" name="object 8"/>
            <p:cNvSpPr/>
            <p:nvPr/>
          </p:nvSpPr>
          <p:spPr>
            <a:xfrm>
              <a:off x="3216656" y="4442460"/>
              <a:ext cx="1866900" cy="1372870"/>
            </a:xfrm>
            <a:custGeom>
              <a:avLst/>
              <a:gdLst/>
              <a:ahLst/>
              <a:cxnLst/>
              <a:rect l="l" t="t" r="r" b="b"/>
              <a:pathLst>
                <a:path w="1866900" h="1372870">
                  <a:moveTo>
                    <a:pt x="1866900" y="0"/>
                  </a:moveTo>
                  <a:lnTo>
                    <a:pt x="1790446" y="0"/>
                  </a:lnTo>
                  <a:lnTo>
                    <a:pt x="1790446" y="12446"/>
                  </a:lnTo>
                  <a:lnTo>
                    <a:pt x="1790446" y="25400"/>
                  </a:lnTo>
                  <a:lnTo>
                    <a:pt x="1790446" y="1296162"/>
                  </a:lnTo>
                  <a:lnTo>
                    <a:pt x="1840992" y="1296162"/>
                  </a:lnTo>
                  <a:lnTo>
                    <a:pt x="12954" y="1296174"/>
                  </a:lnTo>
                  <a:lnTo>
                    <a:pt x="12954" y="1296670"/>
                  </a:lnTo>
                  <a:lnTo>
                    <a:pt x="0" y="1296670"/>
                  </a:lnTo>
                  <a:lnTo>
                    <a:pt x="0" y="1346200"/>
                  </a:lnTo>
                  <a:lnTo>
                    <a:pt x="0" y="1372870"/>
                  </a:lnTo>
                  <a:lnTo>
                    <a:pt x="1866900" y="1372870"/>
                  </a:lnTo>
                  <a:lnTo>
                    <a:pt x="1866900" y="1346200"/>
                  </a:lnTo>
                  <a:lnTo>
                    <a:pt x="1866900" y="2540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66109" y="4391406"/>
              <a:ext cx="1841500" cy="1347470"/>
            </a:xfrm>
            <a:custGeom>
              <a:avLst/>
              <a:gdLst/>
              <a:ahLst/>
              <a:cxnLst/>
              <a:rect l="l" t="t" r="r" b="b"/>
              <a:pathLst>
                <a:path w="1841500" h="1347470">
                  <a:moveTo>
                    <a:pt x="1840991" y="0"/>
                  </a:moveTo>
                  <a:lnTo>
                    <a:pt x="0" y="0"/>
                  </a:lnTo>
                  <a:lnTo>
                    <a:pt x="0" y="1347216"/>
                  </a:lnTo>
                  <a:lnTo>
                    <a:pt x="1840991" y="1347216"/>
                  </a:lnTo>
                  <a:lnTo>
                    <a:pt x="184099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66109" y="4391406"/>
              <a:ext cx="1841500" cy="1347470"/>
            </a:xfrm>
            <a:custGeom>
              <a:avLst/>
              <a:gdLst/>
              <a:ahLst/>
              <a:cxnLst/>
              <a:rect l="l" t="t" r="r" b="b"/>
              <a:pathLst>
                <a:path w="1841500" h="1347470">
                  <a:moveTo>
                    <a:pt x="0" y="1347216"/>
                  </a:moveTo>
                  <a:lnTo>
                    <a:pt x="1840991" y="1347216"/>
                  </a:lnTo>
                  <a:lnTo>
                    <a:pt x="1840991" y="0"/>
                  </a:lnTo>
                  <a:lnTo>
                    <a:pt x="0" y="0"/>
                  </a:lnTo>
                  <a:lnTo>
                    <a:pt x="0" y="1347216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7124700" y="2282951"/>
            <a:ext cx="1932305" cy="1437005"/>
            <a:chOff x="7124700" y="2282951"/>
            <a:chExt cx="1932305" cy="1437005"/>
          </a:xfrm>
        </p:grpSpPr>
        <p:sp>
          <p:nvSpPr>
            <p:cNvPr id="12" name="object 12"/>
            <p:cNvSpPr/>
            <p:nvPr/>
          </p:nvSpPr>
          <p:spPr>
            <a:xfrm>
              <a:off x="7188200" y="2346959"/>
              <a:ext cx="1868805" cy="1372870"/>
            </a:xfrm>
            <a:custGeom>
              <a:avLst/>
              <a:gdLst/>
              <a:ahLst/>
              <a:cxnLst/>
              <a:rect l="l" t="t" r="r" b="b"/>
              <a:pathLst>
                <a:path w="1868804" h="1372870">
                  <a:moveTo>
                    <a:pt x="1868424" y="0"/>
                  </a:moveTo>
                  <a:lnTo>
                    <a:pt x="1791970" y="0"/>
                  </a:lnTo>
                  <a:lnTo>
                    <a:pt x="1791970" y="12700"/>
                  </a:lnTo>
                  <a:lnTo>
                    <a:pt x="1791957" y="1296670"/>
                  </a:lnTo>
                  <a:lnTo>
                    <a:pt x="25908" y="1296670"/>
                  </a:lnTo>
                  <a:lnTo>
                    <a:pt x="12954" y="1296670"/>
                  </a:lnTo>
                  <a:lnTo>
                    <a:pt x="0" y="1296670"/>
                  </a:lnTo>
                  <a:lnTo>
                    <a:pt x="0" y="1346200"/>
                  </a:lnTo>
                  <a:lnTo>
                    <a:pt x="0" y="1372870"/>
                  </a:lnTo>
                  <a:lnTo>
                    <a:pt x="1868424" y="1372870"/>
                  </a:lnTo>
                  <a:lnTo>
                    <a:pt x="1868424" y="1346200"/>
                  </a:lnTo>
                  <a:lnTo>
                    <a:pt x="1868424" y="25400"/>
                  </a:lnTo>
                  <a:lnTo>
                    <a:pt x="1868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137654" y="2295918"/>
              <a:ext cx="1842770" cy="1347470"/>
            </a:xfrm>
            <a:custGeom>
              <a:avLst/>
              <a:gdLst/>
              <a:ahLst/>
              <a:cxnLst/>
              <a:rect l="l" t="t" r="r" b="b"/>
              <a:pathLst>
                <a:path w="1842770" h="1347470">
                  <a:moveTo>
                    <a:pt x="1842516" y="1230617"/>
                  </a:moveTo>
                  <a:lnTo>
                    <a:pt x="0" y="1230617"/>
                  </a:lnTo>
                  <a:lnTo>
                    <a:pt x="0" y="1347203"/>
                  </a:lnTo>
                  <a:lnTo>
                    <a:pt x="1842516" y="1347203"/>
                  </a:lnTo>
                  <a:lnTo>
                    <a:pt x="1842516" y="1230617"/>
                  </a:lnTo>
                  <a:close/>
                </a:path>
                <a:path w="1842770" h="1347470">
                  <a:moveTo>
                    <a:pt x="1842516" y="611873"/>
                  </a:moveTo>
                  <a:lnTo>
                    <a:pt x="0" y="611873"/>
                  </a:lnTo>
                  <a:lnTo>
                    <a:pt x="0" y="919721"/>
                  </a:lnTo>
                  <a:lnTo>
                    <a:pt x="1842516" y="919721"/>
                  </a:lnTo>
                  <a:lnTo>
                    <a:pt x="1842516" y="611873"/>
                  </a:lnTo>
                  <a:close/>
                </a:path>
                <a:path w="1842770" h="1347470">
                  <a:moveTo>
                    <a:pt x="1842516" y="297929"/>
                  </a:moveTo>
                  <a:lnTo>
                    <a:pt x="0" y="297929"/>
                  </a:lnTo>
                  <a:lnTo>
                    <a:pt x="0" y="468617"/>
                  </a:lnTo>
                  <a:lnTo>
                    <a:pt x="1842516" y="468617"/>
                  </a:lnTo>
                  <a:lnTo>
                    <a:pt x="1842516" y="297929"/>
                  </a:lnTo>
                  <a:close/>
                </a:path>
                <a:path w="1842770" h="1347470">
                  <a:moveTo>
                    <a:pt x="1842516" y="0"/>
                  </a:moveTo>
                  <a:lnTo>
                    <a:pt x="0" y="0"/>
                  </a:lnTo>
                  <a:lnTo>
                    <a:pt x="0" y="163817"/>
                  </a:lnTo>
                  <a:lnTo>
                    <a:pt x="1842516" y="163817"/>
                  </a:lnTo>
                  <a:lnTo>
                    <a:pt x="184251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137653" y="2295905"/>
              <a:ext cx="1842770" cy="1347470"/>
            </a:xfrm>
            <a:custGeom>
              <a:avLst/>
              <a:gdLst/>
              <a:ahLst/>
              <a:cxnLst/>
              <a:rect l="l" t="t" r="r" b="b"/>
              <a:pathLst>
                <a:path w="1842770" h="1347470">
                  <a:moveTo>
                    <a:pt x="0" y="1347215"/>
                  </a:moveTo>
                  <a:lnTo>
                    <a:pt x="1842516" y="1347215"/>
                  </a:lnTo>
                  <a:lnTo>
                    <a:pt x="1842516" y="0"/>
                  </a:lnTo>
                  <a:lnTo>
                    <a:pt x="0" y="0"/>
                  </a:lnTo>
                  <a:lnTo>
                    <a:pt x="0" y="134721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3499103" y="2318004"/>
            <a:ext cx="675640" cy="1327785"/>
          </a:xfrm>
          <a:custGeom>
            <a:avLst/>
            <a:gdLst/>
            <a:ahLst/>
            <a:cxnLst/>
            <a:rect l="l" t="t" r="r" b="b"/>
            <a:pathLst>
              <a:path w="675639" h="1327785">
                <a:moveTo>
                  <a:pt x="675131" y="0"/>
                </a:moveTo>
                <a:lnTo>
                  <a:pt x="0" y="0"/>
                </a:lnTo>
                <a:lnTo>
                  <a:pt x="0" y="1327404"/>
                </a:lnTo>
                <a:lnTo>
                  <a:pt x="675131" y="1327404"/>
                </a:lnTo>
                <a:lnTo>
                  <a:pt x="675131" y="0"/>
                </a:lnTo>
                <a:close/>
              </a:path>
            </a:pathLst>
          </a:custGeom>
          <a:solidFill>
            <a:srgbClr val="CC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63796" y="2318004"/>
            <a:ext cx="309880" cy="1327785"/>
          </a:xfrm>
          <a:custGeom>
            <a:avLst/>
            <a:gdLst/>
            <a:ahLst/>
            <a:cxnLst/>
            <a:rect l="l" t="t" r="r" b="b"/>
            <a:pathLst>
              <a:path w="309879" h="1327785">
                <a:moveTo>
                  <a:pt x="309372" y="0"/>
                </a:moveTo>
                <a:lnTo>
                  <a:pt x="0" y="0"/>
                </a:lnTo>
                <a:lnTo>
                  <a:pt x="0" y="1327404"/>
                </a:lnTo>
                <a:lnTo>
                  <a:pt x="309372" y="1327404"/>
                </a:lnTo>
                <a:lnTo>
                  <a:pt x="309372" y="0"/>
                </a:lnTo>
                <a:close/>
              </a:path>
            </a:pathLst>
          </a:custGeom>
          <a:solidFill>
            <a:srgbClr val="CC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47559" y="2764535"/>
            <a:ext cx="1826260" cy="143510"/>
          </a:xfrm>
          <a:custGeom>
            <a:avLst/>
            <a:gdLst/>
            <a:ahLst/>
            <a:cxnLst/>
            <a:rect l="l" t="t" r="r" b="b"/>
            <a:pathLst>
              <a:path w="1826259" h="143510">
                <a:moveTo>
                  <a:pt x="1825752" y="0"/>
                </a:moveTo>
                <a:lnTo>
                  <a:pt x="0" y="0"/>
                </a:lnTo>
                <a:lnTo>
                  <a:pt x="0" y="143255"/>
                </a:lnTo>
                <a:lnTo>
                  <a:pt x="1825752" y="143255"/>
                </a:lnTo>
                <a:lnTo>
                  <a:pt x="1825752" y="0"/>
                </a:lnTo>
                <a:close/>
              </a:path>
            </a:pathLst>
          </a:custGeom>
          <a:solidFill>
            <a:srgbClr val="CC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47559" y="3215639"/>
            <a:ext cx="1826260" cy="311150"/>
          </a:xfrm>
          <a:custGeom>
            <a:avLst/>
            <a:gdLst/>
            <a:ahLst/>
            <a:cxnLst/>
            <a:rect l="l" t="t" r="r" b="b"/>
            <a:pathLst>
              <a:path w="1826259" h="311150">
                <a:moveTo>
                  <a:pt x="1825752" y="0"/>
                </a:moveTo>
                <a:lnTo>
                  <a:pt x="0" y="0"/>
                </a:lnTo>
                <a:lnTo>
                  <a:pt x="0" y="310896"/>
                </a:lnTo>
                <a:lnTo>
                  <a:pt x="1825752" y="310896"/>
                </a:lnTo>
                <a:lnTo>
                  <a:pt x="1825752" y="0"/>
                </a:lnTo>
                <a:close/>
              </a:path>
            </a:pathLst>
          </a:custGeom>
          <a:solidFill>
            <a:srgbClr val="CC33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7125461" y="2282189"/>
            <a:ext cx="1866900" cy="1377950"/>
            <a:chOff x="7125461" y="2282189"/>
            <a:chExt cx="1866900" cy="1377950"/>
          </a:xfrm>
        </p:grpSpPr>
        <p:sp>
          <p:nvSpPr>
            <p:cNvPr id="20" name="object 20"/>
            <p:cNvSpPr/>
            <p:nvPr/>
          </p:nvSpPr>
          <p:spPr>
            <a:xfrm>
              <a:off x="7147559" y="2459735"/>
              <a:ext cx="1826260" cy="134620"/>
            </a:xfrm>
            <a:custGeom>
              <a:avLst/>
              <a:gdLst/>
              <a:ahLst/>
              <a:cxnLst/>
              <a:rect l="l" t="t" r="r" b="b"/>
              <a:pathLst>
                <a:path w="1826259" h="134619">
                  <a:moveTo>
                    <a:pt x="182575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825752" y="134112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CC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125461" y="2282189"/>
              <a:ext cx="1866900" cy="1377950"/>
            </a:xfrm>
            <a:custGeom>
              <a:avLst/>
              <a:gdLst/>
              <a:ahLst/>
              <a:cxnLst/>
              <a:rect l="l" t="t" r="r" b="b"/>
              <a:pathLst>
                <a:path w="1866900" h="1377950">
                  <a:moveTo>
                    <a:pt x="981456" y="1524"/>
                  </a:moveTo>
                  <a:lnTo>
                    <a:pt x="981456" y="1377696"/>
                  </a:lnTo>
                </a:path>
                <a:path w="1866900" h="1377950">
                  <a:moveTo>
                    <a:pt x="286512" y="1524"/>
                  </a:moveTo>
                  <a:lnTo>
                    <a:pt x="286512" y="1377696"/>
                  </a:lnTo>
                </a:path>
                <a:path w="1866900" h="1377950">
                  <a:moveTo>
                    <a:pt x="0" y="172212"/>
                  </a:moveTo>
                  <a:lnTo>
                    <a:pt x="1866900" y="172212"/>
                  </a:lnTo>
                </a:path>
                <a:path w="1866900" h="1377950">
                  <a:moveTo>
                    <a:pt x="0" y="324612"/>
                  </a:moveTo>
                  <a:lnTo>
                    <a:pt x="1866900" y="324612"/>
                  </a:lnTo>
                </a:path>
                <a:path w="1866900" h="1377950">
                  <a:moveTo>
                    <a:pt x="0" y="477012"/>
                  </a:moveTo>
                  <a:lnTo>
                    <a:pt x="1866900" y="477012"/>
                  </a:lnTo>
                </a:path>
                <a:path w="1866900" h="1377950">
                  <a:moveTo>
                    <a:pt x="0" y="629412"/>
                  </a:moveTo>
                  <a:lnTo>
                    <a:pt x="1866900" y="629412"/>
                  </a:lnTo>
                </a:path>
                <a:path w="1866900" h="1377950">
                  <a:moveTo>
                    <a:pt x="0" y="781812"/>
                  </a:moveTo>
                  <a:lnTo>
                    <a:pt x="1866900" y="781812"/>
                  </a:lnTo>
                </a:path>
                <a:path w="1866900" h="1377950">
                  <a:moveTo>
                    <a:pt x="0" y="934212"/>
                  </a:moveTo>
                  <a:lnTo>
                    <a:pt x="1866900" y="934212"/>
                  </a:lnTo>
                </a:path>
                <a:path w="1866900" h="1377950">
                  <a:moveTo>
                    <a:pt x="0" y="1086612"/>
                  </a:moveTo>
                  <a:lnTo>
                    <a:pt x="1866900" y="1086612"/>
                  </a:lnTo>
                </a:path>
                <a:path w="1866900" h="1377950">
                  <a:moveTo>
                    <a:pt x="0" y="1239012"/>
                  </a:moveTo>
                  <a:lnTo>
                    <a:pt x="1866900" y="1239012"/>
                  </a:lnTo>
                </a:path>
                <a:path w="1866900" h="1377950">
                  <a:moveTo>
                    <a:pt x="1252728" y="1524"/>
                  </a:moveTo>
                  <a:lnTo>
                    <a:pt x="1252728" y="1377696"/>
                  </a:lnTo>
                </a:path>
                <a:path w="1866900" h="1377950">
                  <a:moveTo>
                    <a:pt x="1577340" y="0"/>
                  </a:moveTo>
                  <a:lnTo>
                    <a:pt x="1577340" y="137617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53541" y="1249756"/>
            <a:ext cx="69176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 b="0">
                <a:solidFill>
                  <a:srgbClr val="FFFFFF"/>
                </a:solidFill>
                <a:latin typeface="Gill Sans MT"/>
                <a:cs typeface="Gill Sans MT"/>
              </a:rPr>
              <a:t>CAPABILITIES</a:t>
            </a:r>
            <a:r>
              <a:rPr dirty="0" sz="2800" spc="2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OF SQL</a:t>
            </a:r>
            <a:r>
              <a:rPr dirty="0" sz="2800" spc="1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Courier New"/>
                <a:cs typeface="Courier New"/>
              </a:rPr>
              <a:t>SELECT</a:t>
            </a:r>
            <a:r>
              <a:rPr dirty="0" sz="2800" spc="-935" b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2800" spc="-60" b="0">
                <a:solidFill>
                  <a:srgbClr val="FFFFFF"/>
                </a:solidFill>
                <a:latin typeface="Gill Sans MT"/>
                <a:cs typeface="Gill Sans MT"/>
              </a:rPr>
              <a:t>STATEMENTS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62800" y="4376165"/>
            <a:ext cx="1932305" cy="1440815"/>
            <a:chOff x="7162800" y="4376165"/>
            <a:chExt cx="1932305" cy="1440815"/>
          </a:xfrm>
        </p:grpSpPr>
        <p:sp>
          <p:nvSpPr>
            <p:cNvPr id="24" name="object 24"/>
            <p:cNvSpPr/>
            <p:nvPr/>
          </p:nvSpPr>
          <p:spPr>
            <a:xfrm>
              <a:off x="7226300" y="4443729"/>
              <a:ext cx="1868805" cy="1372870"/>
            </a:xfrm>
            <a:custGeom>
              <a:avLst/>
              <a:gdLst/>
              <a:ahLst/>
              <a:cxnLst/>
              <a:rect l="l" t="t" r="r" b="b"/>
              <a:pathLst>
                <a:path w="1868804" h="1372870">
                  <a:moveTo>
                    <a:pt x="1868424" y="0"/>
                  </a:moveTo>
                  <a:lnTo>
                    <a:pt x="1791970" y="0"/>
                  </a:lnTo>
                  <a:lnTo>
                    <a:pt x="1791970" y="12700"/>
                  </a:lnTo>
                  <a:lnTo>
                    <a:pt x="1791970" y="25400"/>
                  </a:lnTo>
                  <a:lnTo>
                    <a:pt x="1791970" y="1296670"/>
                  </a:lnTo>
                  <a:lnTo>
                    <a:pt x="25908" y="1296670"/>
                  </a:lnTo>
                  <a:lnTo>
                    <a:pt x="12954" y="1296670"/>
                  </a:lnTo>
                  <a:lnTo>
                    <a:pt x="0" y="1296670"/>
                  </a:lnTo>
                  <a:lnTo>
                    <a:pt x="0" y="1347470"/>
                  </a:lnTo>
                  <a:lnTo>
                    <a:pt x="0" y="1372870"/>
                  </a:lnTo>
                  <a:lnTo>
                    <a:pt x="1868424" y="1372870"/>
                  </a:lnTo>
                  <a:lnTo>
                    <a:pt x="1868424" y="1347470"/>
                  </a:lnTo>
                  <a:lnTo>
                    <a:pt x="1868424" y="25400"/>
                  </a:lnTo>
                  <a:lnTo>
                    <a:pt x="1868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175754" y="4392929"/>
              <a:ext cx="1842770" cy="1347470"/>
            </a:xfrm>
            <a:custGeom>
              <a:avLst/>
              <a:gdLst/>
              <a:ahLst/>
              <a:cxnLst/>
              <a:rect l="l" t="t" r="r" b="b"/>
              <a:pathLst>
                <a:path w="1842770" h="1347470">
                  <a:moveTo>
                    <a:pt x="11430" y="0"/>
                  </a:moveTo>
                  <a:lnTo>
                    <a:pt x="0" y="0"/>
                  </a:lnTo>
                  <a:lnTo>
                    <a:pt x="0" y="1347216"/>
                  </a:lnTo>
                  <a:lnTo>
                    <a:pt x="11430" y="1347216"/>
                  </a:lnTo>
                  <a:lnTo>
                    <a:pt x="11430" y="0"/>
                  </a:lnTo>
                  <a:close/>
                </a:path>
                <a:path w="1842770" h="1347470">
                  <a:moveTo>
                    <a:pt x="1842516" y="0"/>
                  </a:moveTo>
                  <a:lnTo>
                    <a:pt x="273558" y="0"/>
                  </a:lnTo>
                  <a:lnTo>
                    <a:pt x="273558" y="1347216"/>
                  </a:lnTo>
                  <a:lnTo>
                    <a:pt x="1842516" y="1347216"/>
                  </a:lnTo>
                  <a:lnTo>
                    <a:pt x="184251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175753" y="4392929"/>
              <a:ext cx="1842770" cy="1347470"/>
            </a:xfrm>
            <a:custGeom>
              <a:avLst/>
              <a:gdLst/>
              <a:ahLst/>
              <a:cxnLst/>
              <a:rect l="l" t="t" r="r" b="b"/>
              <a:pathLst>
                <a:path w="1842770" h="1347470">
                  <a:moveTo>
                    <a:pt x="0" y="1347216"/>
                  </a:moveTo>
                  <a:lnTo>
                    <a:pt x="1842516" y="1347216"/>
                  </a:lnTo>
                  <a:lnTo>
                    <a:pt x="1842516" y="0"/>
                  </a:lnTo>
                  <a:lnTo>
                    <a:pt x="0" y="0"/>
                  </a:lnTo>
                  <a:lnTo>
                    <a:pt x="0" y="1347216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187183" y="4404359"/>
              <a:ext cx="262255" cy="1324610"/>
            </a:xfrm>
            <a:custGeom>
              <a:avLst/>
              <a:gdLst/>
              <a:ahLst/>
              <a:cxnLst/>
              <a:rect l="l" t="t" r="r" b="b"/>
              <a:pathLst>
                <a:path w="262254" h="1324610">
                  <a:moveTo>
                    <a:pt x="262127" y="0"/>
                  </a:moveTo>
                  <a:lnTo>
                    <a:pt x="0" y="0"/>
                  </a:lnTo>
                  <a:lnTo>
                    <a:pt x="0" y="1324355"/>
                  </a:lnTo>
                  <a:lnTo>
                    <a:pt x="262127" y="1324355"/>
                  </a:lnTo>
                  <a:lnTo>
                    <a:pt x="262127" y="0"/>
                  </a:lnTo>
                  <a:close/>
                </a:path>
              </a:pathLst>
            </a:custGeom>
            <a:solidFill>
              <a:srgbClr val="CC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163561" y="4376165"/>
              <a:ext cx="1866900" cy="1393190"/>
            </a:xfrm>
            <a:custGeom>
              <a:avLst/>
              <a:gdLst/>
              <a:ahLst/>
              <a:cxnLst/>
              <a:rect l="l" t="t" r="r" b="b"/>
              <a:pathLst>
                <a:path w="1866900" h="1393189">
                  <a:moveTo>
                    <a:pt x="713232" y="16763"/>
                  </a:moveTo>
                  <a:lnTo>
                    <a:pt x="713232" y="1392935"/>
                  </a:lnTo>
                </a:path>
                <a:path w="1866900" h="1393189">
                  <a:moveTo>
                    <a:pt x="286512" y="4571"/>
                  </a:moveTo>
                  <a:lnTo>
                    <a:pt x="286512" y="1380743"/>
                  </a:lnTo>
                </a:path>
                <a:path w="1866900" h="1393189">
                  <a:moveTo>
                    <a:pt x="0" y="175259"/>
                  </a:moveTo>
                  <a:lnTo>
                    <a:pt x="1866900" y="175259"/>
                  </a:lnTo>
                </a:path>
                <a:path w="1866900" h="1393189">
                  <a:moveTo>
                    <a:pt x="0" y="327659"/>
                  </a:moveTo>
                  <a:lnTo>
                    <a:pt x="1866900" y="327659"/>
                  </a:lnTo>
                </a:path>
                <a:path w="1866900" h="1393189">
                  <a:moveTo>
                    <a:pt x="0" y="480059"/>
                  </a:moveTo>
                  <a:lnTo>
                    <a:pt x="1866900" y="480059"/>
                  </a:lnTo>
                </a:path>
                <a:path w="1866900" h="1393189">
                  <a:moveTo>
                    <a:pt x="0" y="632459"/>
                  </a:moveTo>
                  <a:lnTo>
                    <a:pt x="1866900" y="632459"/>
                  </a:lnTo>
                </a:path>
                <a:path w="1866900" h="1393189">
                  <a:moveTo>
                    <a:pt x="0" y="784859"/>
                  </a:moveTo>
                  <a:lnTo>
                    <a:pt x="1866900" y="784859"/>
                  </a:lnTo>
                </a:path>
                <a:path w="1866900" h="1393189">
                  <a:moveTo>
                    <a:pt x="0" y="937259"/>
                  </a:moveTo>
                  <a:lnTo>
                    <a:pt x="1866900" y="937259"/>
                  </a:lnTo>
                </a:path>
                <a:path w="1866900" h="1393189">
                  <a:moveTo>
                    <a:pt x="0" y="1089659"/>
                  </a:moveTo>
                  <a:lnTo>
                    <a:pt x="1866900" y="1089659"/>
                  </a:lnTo>
                </a:path>
                <a:path w="1866900" h="1393189">
                  <a:moveTo>
                    <a:pt x="0" y="1242059"/>
                  </a:moveTo>
                  <a:lnTo>
                    <a:pt x="1866900" y="1242059"/>
                  </a:lnTo>
                </a:path>
                <a:path w="1866900" h="1393189">
                  <a:moveTo>
                    <a:pt x="1252728" y="4571"/>
                  </a:moveTo>
                  <a:lnTo>
                    <a:pt x="1252728" y="1380743"/>
                  </a:lnTo>
                </a:path>
                <a:path w="1866900" h="1393189">
                  <a:moveTo>
                    <a:pt x="1577340" y="3047"/>
                  </a:moveTo>
                  <a:lnTo>
                    <a:pt x="1577340" y="1379219"/>
                  </a:lnTo>
                </a:path>
                <a:path w="1866900" h="1393189">
                  <a:moveTo>
                    <a:pt x="1004316" y="0"/>
                  </a:moveTo>
                  <a:lnTo>
                    <a:pt x="1004316" y="1376171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3153917" y="4377690"/>
            <a:ext cx="1866900" cy="1377950"/>
            <a:chOff x="3153917" y="4377690"/>
            <a:chExt cx="1866900" cy="1377950"/>
          </a:xfrm>
        </p:grpSpPr>
        <p:sp>
          <p:nvSpPr>
            <p:cNvPr id="30" name="object 30"/>
            <p:cNvSpPr/>
            <p:nvPr/>
          </p:nvSpPr>
          <p:spPr>
            <a:xfrm>
              <a:off x="4739639" y="4398264"/>
              <a:ext cx="262255" cy="1325880"/>
            </a:xfrm>
            <a:custGeom>
              <a:avLst/>
              <a:gdLst/>
              <a:ahLst/>
              <a:cxnLst/>
              <a:rect l="l" t="t" r="r" b="b"/>
              <a:pathLst>
                <a:path w="262254" h="1325879">
                  <a:moveTo>
                    <a:pt x="262127" y="0"/>
                  </a:moveTo>
                  <a:lnTo>
                    <a:pt x="0" y="0"/>
                  </a:lnTo>
                  <a:lnTo>
                    <a:pt x="0" y="1325880"/>
                  </a:lnTo>
                  <a:lnTo>
                    <a:pt x="262127" y="1325880"/>
                  </a:lnTo>
                  <a:lnTo>
                    <a:pt x="262127" y="0"/>
                  </a:lnTo>
                  <a:close/>
                </a:path>
              </a:pathLst>
            </a:custGeom>
            <a:solidFill>
              <a:srgbClr val="CC33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53917" y="4377690"/>
              <a:ext cx="1866900" cy="1377950"/>
            </a:xfrm>
            <a:custGeom>
              <a:avLst/>
              <a:gdLst/>
              <a:ahLst/>
              <a:cxnLst/>
              <a:rect l="l" t="t" r="r" b="b"/>
              <a:pathLst>
                <a:path w="1866900" h="1377950">
                  <a:moveTo>
                    <a:pt x="981456" y="1524"/>
                  </a:moveTo>
                  <a:lnTo>
                    <a:pt x="981456" y="1377696"/>
                  </a:lnTo>
                </a:path>
                <a:path w="1866900" h="1377950">
                  <a:moveTo>
                    <a:pt x="284987" y="1524"/>
                  </a:moveTo>
                  <a:lnTo>
                    <a:pt x="284987" y="1377696"/>
                  </a:lnTo>
                </a:path>
                <a:path w="1866900" h="1377950">
                  <a:moveTo>
                    <a:pt x="0" y="172212"/>
                  </a:moveTo>
                  <a:lnTo>
                    <a:pt x="1866899" y="172212"/>
                  </a:lnTo>
                </a:path>
                <a:path w="1866900" h="1377950">
                  <a:moveTo>
                    <a:pt x="0" y="324612"/>
                  </a:moveTo>
                  <a:lnTo>
                    <a:pt x="1866899" y="324612"/>
                  </a:lnTo>
                </a:path>
                <a:path w="1866900" h="1377950">
                  <a:moveTo>
                    <a:pt x="0" y="477012"/>
                  </a:moveTo>
                  <a:lnTo>
                    <a:pt x="1866899" y="477012"/>
                  </a:lnTo>
                </a:path>
                <a:path w="1866900" h="1377950">
                  <a:moveTo>
                    <a:pt x="0" y="629412"/>
                  </a:moveTo>
                  <a:lnTo>
                    <a:pt x="1866899" y="629412"/>
                  </a:lnTo>
                </a:path>
                <a:path w="1866900" h="1377950">
                  <a:moveTo>
                    <a:pt x="0" y="781812"/>
                  </a:moveTo>
                  <a:lnTo>
                    <a:pt x="1866899" y="781812"/>
                  </a:lnTo>
                </a:path>
                <a:path w="1866900" h="1377950">
                  <a:moveTo>
                    <a:pt x="0" y="934212"/>
                  </a:moveTo>
                  <a:lnTo>
                    <a:pt x="1866899" y="934212"/>
                  </a:lnTo>
                </a:path>
                <a:path w="1866900" h="1377950">
                  <a:moveTo>
                    <a:pt x="0" y="1086612"/>
                  </a:moveTo>
                  <a:lnTo>
                    <a:pt x="1866899" y="1086612"/>
                  </a:lnTo>
                </a:path>
                <a:path w="1866900" h="1377950">
                  <a:moveTo>
                    <a:pt x="0" y="1239012"/>
                  </a:moveTo>
                  <a:lnTo>
                    <a:pt x="1866899" y="1239012"/>
                  </a:lnTo>
                </a:path>
                <a:path w="1866900" h="1377950">
                  <a:moveTo>
                    <a:pt x="1252728" y="1524"/>
                  </a:moveTo>
                  <a:lnTo>
                    <a:pt x="1252728" y="1377696"/>
                  </a:lnTo>
                </a:path>
                <a:path w="1866900" h="1377950">
                  <a:moveTo>
                    <a:pt x="1577340" y="0"/>
                  </a:moveTo>
                  <a:lnTo>
                    <a:pt x="1577340" y="137617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181857" y="1854530"/>
            <a:ext cx="51949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40175" algn="l"/>
              </a:tabLst>
            </a:pPr>
            <a:r>
              <a:rPr dirty="0" baseline="1262" sz="3300" spc="-7" b="1">
                <a:latin typeface="Arial"/>
                <a:cs typeface="Arial"/>
              </a:rPr>
              <a:t>Projection	</a:t>
            </a:r>
            <a:r>
              <a:rPr dirty="0" sz="2200" spc="-5" b="1">
                <a:latin typeface="Arial"/>
                <a:cs typeface="Arial"/>
              </a:rPr>
              <a:t>Selection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45282" y="5873292"/>
            <a:ext cx="8820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0" b="1">
                <a:latin typeface="Arial"/>
                <a:cs typeface="Arial"/>
              </a:rPr>
              <a:t>Table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65340" y="5869025"/>
            <a:ext cx="8820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 b="1">
                <a:latin typeface="Arial"/>
                <a:cs typeface="Arial"/>
              </a:rPr>
              <a:t>Table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74738" y="3769867"/>
            <a:ext cx="8820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 b="1">
                <a:latin typeface="Arial"/>
                <a:cs typeface="Arial"/>
              </a:rPr>
              <a:t>Table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87954" y="3772611"/>
            <a:ext cx="8820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0" b="1">
                <a:latin typeface="Arial"/>
                <a:cs typeface="Arial"/>
              </a:rPr>
              <a:t>Table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204210" y="2292857"/>
            <a:ext cx="1866900" cy="1377950"/>
          </a:xfrm>
          <a:custGeom>
            <a:avLst/>
            <a:gdLst/>
            <a:ahLst/>
            <a:cxnLst/>
            <a:rect l="l" t="t" r="r" b="b"/>
            <a:pathLst>
              <a:path w="1866900" h="1377950">
                <a:moveTo>
                  <a:pt x="981455" y="1524"/>
                </a:moveTo>
                <a:lnTo>
                  <a:pt x="981455" y="1377695"/>
                </a:lnTo>
              </a:path>
              <a:path w="1866900" h="1377950">
                <a:moveTo>
                  <a:pt x="286512" y="1524"/>
                </a:moveTo>
                <a:lnTo>
                  <a:pt x="286512" y="1377695"/>
                </a:lnTo>
              </a:path>
              <a:path w="1866900" h="1377950">
                <a:moveTo>
                  <a:pt x="0" y="173736"/>
                </a:moveTo>
                <a:lnTo>
                  <a:pt x="1866900" y="173736"/>
                </a:lnTo>
              </a:path>
              <a:path w="1866900" h="1377950">
                <a:moveTo>
                  <a:pt x="0" y="326136"/>
                </a:moveTo>
                <a:lnTo>
                  <a:pt x="1866900" y="326136"/>
                </a:lnTo>
              </a:path>
              <a:path w="1866900" h="1377950">
                <a:moveTo>
                  <a:pt x="0" y="478536"/>
                </a:moveTo>
                <a:lnTo>
                  <a:pt x="1866900" y="478536"/>
                </a:lnTo>
              </a:path>
              <a:path w="1866900" h="1377950">
                <a:moveTo>
                  <a:pt x="0" y="630936"/>
                </a:moveTo>
                <a:lnTo>
                  <a:pt x="1866900" y="630936"/>
                </a:lnTo>
              </a:path>
              <a:path w="1866900" h="1377950">
                <a:moveTo>
                  <a:pt x="0" y="783336"/>
                </a:moveTo>
                <a:lnTo>
                  <a:pt x="1866900" y="783336"/>
                </a:lnTo>
              </a:path>
              <a:path w="1866900" h="1377950">
                <a:moveTo>
                  <a:pt x="0" y="935736"/>
                </a:moveTo>
                <a:lnTo>
                  <a:pt x="1866900" y="935736"/>
                </a:lnTo>
              </a:path>
              <a:path w="1866900" h="1377950">
                <a:moveTo>
                  <a:pt x="0" y="1088136"/>
                </a:moveTo>
                <a:lnTo>
                  <a:pt x="1866900" y="1088136"/>
                </a:lnTo>
              </a:path>
              <a:path w="1866900" h="1377950">
                <a:moveTo>
                  <a:pt x="0" y="1240536"/>
                </a:moveTo>
                <a:lnTo>
                  <a:pt x="1866900" y="1240536"/>
                </a:lnTo>
              </a:path>
              <a:path w="1866900" h="1377950">
                <a:moveTo>
                  <a:pt x="1252727" y="1524"/>
                </a:moveTo>
                <a:lnTo>
                  <a:pt x="1252727" y="1377695"/>
                </a:lnTo>
              </a:path>
              <a:path w="1866900" h="1377950">
                <a:moveTo>
                  <a:pt x="1578864" y="0"/>
                </a:moveTo>
                <a:lnTo>
                  <a:pt x="1578864" y="137617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822060" y="4616322"/>
            <a:ext cx="5492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Join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44261" y="5005832"/>
            <a:ext cx="1963420" cy="156845"/>
          </a:xfrm>
          <a:custGeom>
            <a:avLst/>
            <a:gdLst/>
            <a:ahLst/>
            <a:cxnLst/>
            <a:rect l="l" t="t" r="r" b="b"/>
            <a:pathLst>
              <a:path w="1963420" h="156845">
                <a:moveTo>
                  <a:pt x="251205" y="5588"/>
                </a:moveTo>
                <a:lnTo>
                  <a:pt x="0" y="82042"/>
                </a:lnTo>
                <a:lnTo>
                  <a:pt x="251713" y="156464"/>
                </a:lnTo>
                <a:lnTo>
                  <a:pt x="184659" y="106553"/>
                </a:lnTo>
                <a:lnTo>
                  <a:pt x="151002" y="106553"/>
                </a:lnTo>
                <a:lnTo>
                  <a:pt x="150749" y="56261"/>
                </a:lnTo>
                <a:lnTo>
                  <a:pt x="184321" y="56132"/>
                </a:lnTo>
                <a:lnTo>
                  <a:pt x="251205" y="5588"/>
                </a:lnTo>
                <a:close/>
              </a:path>
              <a:path w="1963420" h="156845">
                <a:moveTo>
                  <a:pt x="1880009" y="49911"/>
                </a:moveTo>
                <a:lnTo>
                  <a:pt x="1811909" y="49911"/>
                </a:lnTo>
                <a:lnTo>
                  <a:pt x="1812163" y="100203"/>
                </a:lnTo>
                <a:lnTo>
                  <a:pt x="1778590" y="100331"/>
                </a:lnTo>
                <a:lnTo>
                  <a:pt x="1711706" y="150876"/>
                </a:lnTo>
                <a:lnTo>
                  <a:pt x="1962912" y="74422"/>
                </a:lnTo>
                <a:lnTo>
                  <a:pt x="1880009" y="49911"/>
                </a:lnTo>
                <a:close/>
              </a:path>
              <a:path w="1963420" h="156845">
                <a:moveTo>
                  <a:pt x="150875" y="81407"/>
                </a:moveTo>
                <a:lnTo>
                  <a:pt x="151002" y="106553"/>
                </a:lnTo>
                <a:lnTo>
                  <a:pt x="184487" y="106425"/>
                </a:lnTo>
                <a:lnTo>
                  <a:pt x="150875" y="81407"/>
                </a:lnTo>
                <a:close/>
              </a:path>
              <a:path w="1963420" h="156845">
                <a:moveTo>
                  <a:pt x="184487" y="106425"/>
                </a:moveTo>
                <a:lnTo>
                  <a:pt x="151002" y="106553"/>
                </a:lnTo>
                <a:lnTo>
                  <a:pt x="184659" y="106553"/>
                </a:lnTo>
                <a:lnTo>
                  <a:pt x="184487" y="106425"/>
                </a:lnTo>
                <a:close/>
              </a:path>
              <a:path w="1963420" h="156845">
                <a:moveTo>
                  <a:pt x="1778424" y="50038"/>
                </a:moveTo>
                <a:lnTo>
                  <a:pt x="184321" y="56132"/>
                </a:lnTo>
                <a:lnTo>
                  <a:pt x="150875" y="81407"/>
                </a:lnTo>
                <a:lnTo>
                  <a:pt x="184487" y="106425"/>
                </a:lnTo>
                <a:lnTo>
                  <a:pt x="1778590" y="100331"/>
                </a:lnTo>
                <a:lnTo>
                  <a:pt x="1812036" y="75057"/>
                </a:lnTo>
                <a:lnTo>
                  <a:pt x="1778424" y="50038"/>
                </a:lnTo>
                <a:close/>
              </a:path>
              <a:path w="1963420" h="156845">
                <a:moveTo>
                  <a:pt x="1812036" y="75057"/>
                </a:moveTo>
                <a:lnTo>
                  <a:pt x="1778590" y="100331"/>
                </a:lnTo>
                <a:lnTo>
                  <a:pt x="1812163" y="100203"/>
                </a:lnTo>
                <a:lnTo>
                  <a:pt x="1812036" y="75057"/>
                </a:lnTo>
                <a:close/>
              </a:path>
              <a:path w="1963420" h="156845">
                <a:moveTo>
                  <a:pt x="184321" y="56132"/>
                </a:moveTo>
                <a:lnTo>
                  <a:pt x="150749" y="56261"/>
                </a:lnTo>
                <a:lnTo>
                  <a:pt x="150875" y="81407"/>
                </a:lnTo>
                <a:lnTo>
                  <a:pt x="184321" y="56132"/>
                </a:lnTo>
                <a:close/>
              </a:path>
              <a:path w="1963420" h="156845">
                <a:moveTo>
                  <a:pt x="1811909" y="49911"/>
                </a:moveTo>
                <a:lnTo>
                  <a:pt x="1778424" y="50038"/>
                </a:lnTo>
                <a:lnTo>
                  <a:pt x="1812036" y="75057"/>
                </a:lnTo>
                <a:lnTo>
                  <a:pt x="1811909" y="49911"/>
                </a:lnTo>
                <a:close/>
              </a:path>
              <a:path w="1963420" h="156845">
                <a:moveTo>
                  <a:pt x="1711197" y="0"/>
                </a:moveTo>
                <a:lnTo>
                  <a:pt x="1778424" y="50038"/>
                </a:lnTo>
                <a:lnTo>
                  <a:pt x="1880009" y="49911"/>
                </a:lnTo>
                <a:lnTo>
                  <a:pt x="1711197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75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</a:pPr>
                      <a:r>
                        <a:rPr dirty="0" sz="2800" spc="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B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ASIC</a:t>
                      </a:r>
                      <a:r>
                        <a:rPr dirty="0" sz="2800" spc="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dirty="0" sz="2800" spc="-9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2800" spc="-27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 spc="-28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MENT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635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539745" y="3845814"/>
            <a:ext cx="3353435" cy="836294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SELEC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T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identi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 </a:t>
            </a:r>
            <a:r>
              <a:rPr dirty="0" sz="1800" spc="-5" i="1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 spc="-10" i="1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-5" i="1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i="1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800" spc="20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lu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FRO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M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identi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 i="1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 spc="-10" i="1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i="1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 spc="30" i="1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 i="1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25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0300" y="2444495"/>
            <a:ext cx="7475220" cy="1012825"/>
            <a:chOff x="2400300" y="2444495"/>
            <a:chExt cx="7475220" cy="1012825"/>
          </a:xfrm>
        </p:grpSpPr>
        <p:sp>
          <p:nvSpPr>
            <p:cNvPr id="5" name="object 5"/>
            <p:cNvSpPr/>
            <p:nvPr/>
          </p:nvSpPr>
          <p:spPr>
            <a:xfrm>
              <a:off x="2463800" y="2508249"/>
              <a:ext cx="7411720" cy="948690"/>
            </a:xfrm>
            <a:custGeom>
              <a:avLst/>
              <a:gdLst/>
              <a:ahLst/>
              <a:cxnLst/>
              <a:rect l="l" t="t" r="r" b="b"/>
              <a:pathLst>
                <a:path w="7411720" h="948689">
                  <a:moveTo>
                    <a:pt x="7411212" y="0"/>
                  </a:moveTo>
                  <a:lnTo>
                    <a:pt x="7334758" y="0"/>
                  </a:lnTo>
                  <a:lnTo>
                    <a:pt x="7334758" y="12700"/>
                  </a:lnTo>
                  <a:lnTo>
                    <a:pt x="7334758" y="25400"/>
                  </a:lnTo>
                  <a:lnTo>
                    <a:pt x="7334758" y="872490"/>
                  </a:lnTo>
                  <a:lnTo>
                    <a:pt x="12954" y="872490"/>
                  </a:lnTo>
                  <a:lnTo>
                    <a:pt x="12954" y="923290"/>
                  </a:lnTo>
                  <a:lnTo>
                    <a:pt x="0" y="923290"/>
                  </a:lnTo>
                  <a:lnTo>
                    <a:pt x="0" y="948690"/>
                  </a:lnTo>
                  <a:lnTo>
                    <a:pt x="7411212" y="948690"/>
                  </a:lnTo>
                  <a:lnTo>
                    <a:pt x="7411212" y="923290"/>
                  </a:lnTo>
                  <a:lnTo>
                    <a:pt x="7411212" y="25400"/>
                  </a:lnTo>
                  <a:lnTo>
                    <a:pt x="7411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13253" y="2457449"/>
              <a:ext cx="7385684" cy="923925"/>
            </a:xfrm>
            <a:custGeom>
              <a:avLst/>
              <a:gdLst/>
              <a:ahLst/>
              <a:cxnLst/>
              <a:rect l="l" t="t" r="r" b="b"/>
              <a:pathLst>
                <a:path w="7385684" h="923925">
                  <a:moveTo>
                    <a:pt x="7385304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7385304" y="923544"/>
                  </a:lnTo>
                  <a:lnTo>
                    <a:pt x="738530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13253" y="2457449"/>
              <a:ext cx="7385684" cy="923925"/>
            </a:xfrm>
            <a:custGeom>
              <a:avLst/>
              <a:gdLst/>
              <a:ahLst/>
              <a:cxnLst/>
              <a:rect l="l" t="t" r="r" b="b"/>
              <a:pathLst>
                <a:path w="7385684" h="923925">
                  <a:moveTo>
                    <a:pt x="0" y="923544"/>
                  </a:moveTo>
                  <a:lnTo>
                    <a:pt x="7385304" y="923544"/>
                  </a:lnTo>
                  <a:lnTo>
                    <a:pt x="7385304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463800" y="338074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92755" y="2604008"/>
            <a:ext cx="8451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ourier New"/>
                <a:cs typeface="Courier New"/>
              </a:rPr>
              <a:t>SE</a:t>
            </a:r>
            <a:r>
              <a:rPr dirty="0" sz="1800" spc="-15">
                <a:latin typeface="Courier New"/>
                <a:cs typeface="Courier New"/>
              </a:rPr>
              <a:t>L</a:t>
            </a:r>
            <a:r>
              <a:rPr dirty="0" sz="1800" spc="-5">
                <a:latin typeface="Courier New"/>
                <a:cs typeface="Courier New"/>
              </a:rPr>
              <a:t>E</a:t>
            </a:r>
            <a:r>
              <a:rPr dirty="0" sz="1800" spc="-15">
                <a:latin typeface="Courier New"/>
                <a:cs typeface="Courier New"/>
              </a:rPr>
              <a:t>C</a:t>
            </a:r>
            <a:r>
              <a:rPr dirty="0" sz="1800">
                <a:latin typeface="Courier New"/>
                <a:cs typeface="Courier New"/>
              </a:rPr>
              <a:t>T  </a:t>
            </a:r>
            <a:r>
              <a:rPr dirty="0" sz="1800" spc="-10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93667" y="2604008"/>
            <a:ext cx="60325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*|{[DISTINCT]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column</a:t>
            </a:r>
            <a:r>
              <a:rPr dirty="0" sz="1800" spc="-10" b="1">
                <a:latin typeface="Courier New"/>
                <a:cs typeface="Courier New"/>
              </a:rPr>
              <a:t>|</a:t>
            </a:r>
            <a:r>
              <a:rPr dirty="0" sz="1800" spc="-10" b="1" i="1">
                <a:latin typeface="Courier New"/>
                <a:cs typeface="Courier New"/>
              </a:rPr>
              <a:t>expression</a:t>
            </a:r>
            <a:r>
              <a:rPr dirty="0" sz="1800" spc="-25" b="1" i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</a:t>
            </a:r>
            <a:r>
              <a:rPr dirty="0" sz="1800" spc="-10" b="1" i="1">
                <a:latin typeface="Courier New"/>
                <a:cs typeface="Courier New"/>
              </a:rPr>
              <a:t>alias</a:t>
            </a:r>
            <a:r>
              <a:rPr dirty="0" sz="1800" spc="-10" b="1">
                <a:latin typeface="Courier New"/>
                <a:cs typeface="Courier New"/>
              </a:rPr>
              <a:t>],...}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 i="1">
                <a:latin typeface="Courier New"/>
                <a:cs typeface="Courier New"/>
              </a:rPr>
              <a:t>table;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412492" y="2450592"/>
            <a:ext cx="7014845" cy="911225"/>
            <a:chOff x="2412492" y="2450592"/>
            <a:chExt cx="7014845" cy="911225"/>
          </a:xfrm>
        </p:grpSpPr>
        <p:sp>
          <p:nvSpPr>
            <p:cNvPr id="4" name="object 4"/>
            <p:cNvSpPr/>
            <p:nvPr/>
          </p:nvSpPr>
          <p:spPr>
            <a:xfrm>
              <a:off x="2475992" y="2514599"/>
              <a:ext cx="6951345" cy="847090"/>
            </a:xfrm>
            <a:custGeom>
              <a:avLst/>
              <a:gdLst/>
              <a:ahLst/>
              <a:cxnLst/>
              <a:rect l="l" t="t" r="r" b="b"/>
              <a:pathLst>
                <a:path w="6951345" h="847089">
                  <a:moveTo>
                    <a:pt x="6950964" y="0"/>
                  </a:moveTo>
                  <a:lnTo>
                    <a:pt x="6874510" y="0"/>
                  </a:lnTo>
                  <a:lnTo>
                    <a:pt x="6874510" y="12700"/>
                  </a:lnTo>
                  <a:lnTo>
                    <a:pt x="6874510" y="25400"/>
                  </a:lnTo>
                  <a:lnTo>
                    <a:pt x="6874510" y="770890"/>
                  </a:lnTo>
                  <a:lnTo>
                    <a:pt x="25908" y="770890"/>
                  </a:lnTo>
                  <a:lnTo>
                    <a:pt x="12954" y="770890"/>
                  </a:lnTo>
                  <a:lnTo>
                    <a:pt x="0" y="770890"/>
                  </a:lnTo>
                  <a:lnTo>
                    <a:pt x="0" y="820420"/>
                  </a:lnTo>
                  <a:lnTo>
                    <a:pt x="0" y="847090"/>
                  </a:lnTo>
                  <a:lnTo>
                    <a:pt x="6950964" y="847090"/>
                  </a:lnTo>
                  <a:lnTo>
                    <a:pt x="6950964" y="820420"/>
                  </a:lnTo>
                  <a:lnTo>
                    <a:pt x="6950964" y="25400"/>
                  </a:lnTo>
                  <a:lnTo>
                    <a:pt x="69509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25446" y="2463546"/>
              <a:ext cx="6925309" cy="821690"/>
            </a:xfrm>
            <a:custGeom>
              <a:avLst/>
              <a:gdLst/>
              <a:ahLst/>
              <a:cxnLst/>
              <a:rect l="l" t="t" r="r" b="b"/>
              <a:pathLst>
                <a:path w="6925309" h="821689">
                  <a:moveTo>
                    <a:pt x="6925056" y="0"/>
                  </a:moveTo>
                  <a:lnTo>
                    <a:pt x="0" y="0"/>
                  </a:lnTo>
                  <a:lnTo>
                    <a:pt x="0" y="821436"/>
                  </a:lnTo>
                  <a:lnTo>
                    <a:pt x="6925056" y="821436"/>
                  </a:lnTo>
                  <a:lnTo>
                    <a:pt x="692505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25446" y="2463546"/>
              <a:ext cx="6925309" cy="821690"/>
            </a:xfrm>
            <a:custGeom>
              <a:avLst/>
              <a:gdLst/>
              <a:ahLst/>
              <a:cxnLst/>
              <a:rect l="l" t="t" r="r" b="b"/>
              <a:pathLst>
                <a:path w="6925309" h="821689">
                  <a:moveTo>
                    <a:pt x="0" y="821436"/>
                  </a:moveTo>
                  <a:lnTo>
                    <a:pt x="6925056" y="821436"/>
                  </a:lnTo>
                  <a:lnTo>
                    <a:pt x="6925056" y="0"/>
                  </a:lnTo>
                  <a:lnTo>
                    <a:pt x="0" y="0"/>
                  </a:lnTo>
                  <a:lnTo>
                    <a:pt x="0" y="82143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429761" y="2561082"/>
            <a:ext cx="340360" cy="30797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latin typeface="Courier New"/>
                <a:cs typeface="Courier New"/>
              </a:rPr>
              <a:t>*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29332" y="2560446"/>
            <a:ext cx="845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86229" y="2834766"/>
            <a:ext cx="1663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departments;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68372" y="1138173"/>
            <a:ext cx="42481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E</a:t>
            </a: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LECTIN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G</a:t>
            </a:r>
            <a:r>
              <a:rPr dirty="0" sz="2800" spc="-26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ALL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COLUMNS</a:t>
            </a:r>
            <a:endParaRPr sz="2800">
              <a:latin typeface="Gill Sans MT"/>
              <a:cs typeface="Gill Sans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6395" y="3457955"/>
            <a:ext cx="6972300" cy="22189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438400" y="2511551"/>
            <a:ext cx="7011670" cy="912494"/>
            <a:chOff x="2438400" y="2511551"/>
            <a:chExt cx="7011670" cy="912494"/>
          </a:xfrm>
        </p:grpSpPr>
        <p:sp>
          <p:nvSpPr>
            <p:cNvPr id="4" name="object 4"/>
            <p:cNvSpPr/>
            <p:nvPr/>
          </p:nvSpPr>
          <p:spPr>
            <a:xfrm>
              <a:off x="2501900" y="2575559"/>
              <a:ext cx="6948170" cy="848360"/>
            </a:xfrm>
            <a:custGeom>
              <a:avLst/>
              <a:gdLst/>
              <a:ahLst/>
              <a:cxnLst/>
              <a:rect l="l" t="t" r="r" b="b"/>
              <a:pathLst>
                <a:path w="6948170" h="848360">
                  <a:moveTo>
                    <a:pt x="6947916" y="0"/>
                  </a:moveTo>
                  <a:lnTo>
                    <a:pt x="6871462" y="0"/>
                  </a:lnTo>
                  <a:lnTo>
                    <a:pt x="6871462" y="12700"/>
                  </a:lnTo>
                  <a:lnTo>
                    <a:pt x="6871462" y="25400"/>
                  </a:lnTo>
                  <a:lnTo>
                    <a:pt x="6871462" y="772160"/>
                  </a:lnTo>
                  <a:lnTo>
                    <a:pt x="25908" y="772160"/>
                  </a:lnTo>
                  <a:lnTo>
                    <a:pt x="12954" y="772160"/>
                  </a:lnTo>
                  <a:lnTo>
                    <a:pt x="0" y="772160"/>
                  </a:lnTo>
                  <a:lnTo>
                    <a:pt x="0" y="822960"/>
                  </a:lnTo>
                  <a:lnTo>
                    <a:pt x="0" y="848360"/>
                  </a:lnTo>
                  <a:lnTo>
                    <a:pt x="6947916" y="848360"/>
                  </a:lnTo>
                  <a:lnTo>
                    <a:pt x="6947916" y="822960"/>
                  </a:lnTo>
                  <a:lnTo>
                    <a:pt x="6947916" y="25400"/>
                  </a:lnTo>
                  <a:lnTo>
                    <a:pt x="6947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51353" y="2524505"/>
              <a:ext cx="6922134" cy="822960"/>
            </a:xfrm>
            <a:custGeom>
              <a:avLst/>
              <a:gdLst/>
              <a:ahLst/>
              <a:cxnLst/>
              <a:rect l="l" t="t" r="r" b="b"/>
              <a:pathLst>
                <a:path w="6922134" h="822960">
                  <a:moveTo>
                    <a:pt x="6922008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6922008" y="822960"/>
                  </a:lnTo>
                  <a:lnTo>
                    <a:pt x="692200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51353" y="2524505"/>
              <a:ext cx="6922134" cy="822960"/>
            </a:xfrm>
            <a:custGeom>
              <a:avLst/>
              <a:gdLst/>
              <a:ahLst/>
              <a:cxnLst/>
              <a:rect l="l" t="t" r="r" b="b"/>
              <a:pathLst>
                <a:path w="6922134" h="822960">
                  <a:moveTo>
                    <a:pt x="0" y="822960"/>
                  </a:moveTo>
                  <a:lnTo>
                    <a:pt x="6922008" y="822960"/>
                  </a:lnTo>
                  <a:lnTo>
                    <a:pt x="6922008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68372" y="1138173"/>
            <a:ext cx="50685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SELECTING</a:t>
            </a: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SPECIFIC</a:t>
            </a:r>
            <a:r>
              <a:rPr dirty="0" sz="2800" spc="-2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COLUMNS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4334" y="2629661"/>
            <a:ext cx="3667125" cy="32194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1985"/>
              </a:lnSpc>
            </a:pPr>
            <a:r>
              <a:rPr dirty="0" sz="1800" spc="-10" b="1">
                <a:latin typeface="Courier New"/>
                <a:cs typeface="Courier New"/>
              </a:rPr>
              <a:t>department_id,</a:t>
            </a:r>
            <a:r>
              <a:rPr dirty="0" sz="1800" spc="-7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location_id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8029" y="2594864"/>
            <a:ext cx="845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4926" y="2869184"/>
            <a:ext cx="1663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departments;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9170" y="3566145"/>
            <a:ext cx="6887329" cy="192331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7742" y="5580400"/>
            <a:ext cx="885825" cy="950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COLUMN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HEADING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6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DEFAULTS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943999"/>
            <a:ext cx="5112385" cy="2693035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21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 i="1">
                <a:solidFill>
                  <a:srgbClr val="3C3C3C"/>
                </a:solidFill>
                <a:latin typeface="Times New Roman"/>
                <a:cs typeface="Times New Roman"/>
              </a:rPr>
              <a:t>i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SQL*Plus:</a:t>
            </a:r>
            <a:endParaRPr sz="18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994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Default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heading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justification:</a:t>
            </a:r>
            <a:r>
              <a:rPr dirty="0" sz="1600" spc="-1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Center</a:t>
            </a:r>
            <a:endParaRPr sz="16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Defau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headi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ispl</a:t>
            </a:r>
            <a:r>
              <a:rPr dirty="0" sz="1600" spc="-6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y:</a:t>
            </a:r>
            <a:r>
              <a:rPr dirty="0" sz="1600" spc="-1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Up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600" spc="-3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case</a:t>
            </a:r>
            <a:endParaRPr sz="16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2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SQL*Plus:</a:t>
            </a:r>
            <a:endParaRPr sz="18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99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600" spc="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6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6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dirty="0" sz="16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headings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6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left-</a:t>
            </a:r>
            <a:r>
              <a:rPr dirty="0" sz="16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justified</a:t>
            </a:r>
            <a:endParaRPr sz="16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Number column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headings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right-justified</a:t>
            </a:r>
            <a:endParaRPr sz="16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Defau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headi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ispl</a:t>
            </a:r>
            <a:r>
              <a:rPr dirty="0" sz="1600" spc="-6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y:</a:t>
            </a:r>
            <a:r>
              <a:rPr dirty="0" sz="1600" spc="-1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Up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600" spc="-3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case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ARITHMETIC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EXPRESSIONS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2019427"/>
            <a:ext cx="72066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Create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expressions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with number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arithmetic operators.</a:t>
            </a:r>
            <a:endParaRPr sz="1800">
              <a:latin typeface="Gill Sans MT"/>
              <a:cs typeface="Gill Sans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31108" y="2894076"/>
          <a:ext cx="5220970" cy="242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035"/>
                <a:gridCol w="3885565"/>
              </a:tblGrid>
              <a:tr h="431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Operator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CC99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700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800" spc="-20" b="1">
                          <a:latin typeface="Arial"/>
                          <a:cs typeface="Arial"/>
                        </a:rPr>
                        <a:t>Add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700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Subtract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*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Multiply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1811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07365">
                <a:tc>
                  <a:txBody>
                    <a:bodyPr/>
                    <a:lstStyle/>
                    <a:p>
                      <a:pPr algn="ctr" marR="8382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/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Divide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1811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1729" y="5087111"/>
            <a:ext cx="6886575" cy="87592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380488" y="2359151"/>
            <a:ext cx="7037705" cy="911225"/>
            <a:chOff x="2380488" y="2359151"/>
            <a:chExt cx="7037705" cy="911225"/>
          </a:xfrm>
        </p:grpSpPr>
        <p:sp>
          <p:nvSpPr>
            <p:cNvPr id="5" name="object 5"/>
            <p:cNvSpPr/>
            <p:nvPr/>
          </p:nvSpPr>
          <p:spPr>
            <a:xfrm>
              <a:off x="2443988" y="2423159"/>
              <a:ext cx="6974205" cy="847090"/>
            </a:xfrm>
            <a:custGeom>
              <a:avLst/>
              <a:gdLst/>
              <a:ahLst/>
              <a:cxnLst/>
              <a:rect l="l" t="t" r="r" b="b"/>
              <a:pathLst>
                <a:path w="6974205" h="847089">
                  <a:moveTo>
                    <a:pt x="6973824" y="0"/>
                  </a:moveTo>
                  <a:lnTo>
                    <a:pt x="6897370" y="0"/>
                  </a:lnTo>
                  <a:lnTo>
                    <a:pt x="6897370" y="12700"/>
                  </a:lnTo>
                  <a:lnTo>
                    <a:pt x="6897370" y="25400"/>
                  </a:lnTo>
                  <a:lnTo>
                    <a:pt x="6897370" y="770890"/>
                  </a:lnTo>
                  <a:lnTo>
                    <a:pt x="25908" y="770890"/>
                  </a:lnTo>
                  <a:lnTo>
                    <a:pt x="12954" y="770890"/>
                  </a:lnTo>
                  <a:lnTo>
                    <a:pt x="0" y="770890"/>
                  </a:lnTo>
                  <a:lnTo>
                    <a:pt x="0" y="820420"/>
                  </a:lnTo>
                  <a:lnTo>
                    <a:pt x="0" y="847090"/>
                  </a:lnTo>
                  <a:lnTo>
                    <a:pt x="6973824" y="847090"/>
                  </a:lnTo>
                  <a:lnTo>
                    <a:pt x="6973824" y="820420"/>
                  </a:lnTo>
                  <a:lnTo>
                    <a:pt x="6973824" y="25400"/>
                  </a:lnTo>
                  <a:lnTo>
                    <a:pt x="69738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93442" y="2372105"/>
              <a:ext cx="6948170" cy="821690"/>
            </a:xfrm>
            <a:custGeom>
              <a:avLst/>
              <a:gdLst/>
              <a:ahLst/>
              <a:cxnLst/>
              <a:rect l="l" t="t" r="r" b="b"/>
              <a:pathLst>
                <a:path w="6948170" h="821689">
                  <a:moveTo>
                    <a:pt x="6947916" y="0"/>
                  </a:moveTo>
                  <a:lnTo>
                    <a:pt x="0" y="0"/>
                  </a:lnTo>
                  <a:lnTo>
                    <a:pt x="0" y="821436"/>
                  </a:lnTo>
                  <a:lnTo>
                    <a:pt x="6947916" y="821436"/>
                  </a:lnTo>
                  <a:lnTo>
                    <a:pt x="694791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93442" y="2372105"/>
              <a:ext cx="6948170" cy="821690"/>
            </a:xfrm>
            <a:custGeom>
              <a:avLst/>
              <a:gdLst/>
              <a:ahLst/>
              <a:cxnLst/>
              <a:rect l="l" t="t" r="r" b="b"/>
              <a:pathLst>
                <a:path w="6948170" h="821689">
                  <a:moveTo>
                    <a:pt x="0" y="821436"/>
                  </a:moveTo>
                  <a:lnTo>
                    <a:pt x="6947916" y="821436"/>
                  </a:lnTo>
                  <a:lnTo>
                    <a:pt x="6947916" y="0"/>
                  </a:lnTo>
                  <a:lnTo>
                    <a:pt x="0" y="0"/>
                  </a:lnTo>
                  <a:lnTo>
                    <a:pt x="0" y="82143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68372" y="1138173"/>
            <a:ext cx="51847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USING</a:t>
            </a:r>
            <a:r>
              <a:rPr dirty="0" sz="2800" spc="-26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ARITHME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T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IC</a:t>
            </a:r>
            <a:r>
              <a:rPr dirty="0" sz="2800" spc="-1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OP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E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R</a:t>
            </a:r>
            <a:r>
              <a:rPr dirty="0" sz="2800" spc="-285" b="0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2800" spc="-185" b="0">
                <a:solidFill>
                  <a:srgbClr val="FFFFFF"/>
                </a:solidFill>
                <a:latin typeface="Gill Sans MT"/>
                <a:cs typeface="Gill Sans MT"/>
              </a:rPr>
              <a:t>T</a:t>
            </a: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ORS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37326" y="2489454"/>
            <a:ext cx="1763395" cy="320040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2090"/>
              </a:lnSpc>
            </a:pPr>
            <a:r>
              <a:rPr dirty="0" sz="1800" spc="-10" b="1">
                <a:latin typeface="Courier New"/>
                <a:cs typeface="Courier New"/>
              </a:rPr>
              <a:t>salary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+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300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9332" y="2468117"/>
            <a:ext cx="34385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last_name, salary,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03094" y="4708347"/>
            <a:ext cx="3308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2679" y="3508247"/>
            <a:ext cx="6952488" cy="132435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1097" y="6029345"/>
            <a:ext cx="947250" cy="946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6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OPERATOR</a:t>
                      </a:r>
                      <a:r>
                        <a:rPr dirty="0" sz="2800" spc="-5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PRECEDENCE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0785" y="3379470"/>
            <a:ext cx="7506970" cy="124206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Multiplication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division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take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priority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over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addition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subtraction.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Operators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same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priority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evaluated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left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right.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Parentheses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used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force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prioritized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evaluation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clarify statements.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21708" y="3054350"/>
            <a:ext cx="12700" cy="31750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0" y="31750"/>
                </a:moveTo>
                <a:lnTo>
                  <a:pt x="12191" y="31750"/>
                </a:lnTo>
                <a:lnTo>
                  <a:pt x="12191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4402835" y="2304288"/>
            <a:ext cx="3083560" cy="1267460"/>
            <a:chOff x="4402835" y="2304288"/>
            <a:chExt cx="3083560" cy="1267460"/>
          </a:xfrm>
        </p:grpSpPr>
        <p:sp>
          <p:nvSpPr>
            <p:cNvPr id="6" name="object 6"/>
            <p:cNvSpPr/>
            <p:nvPr/>
          </p:nvSpPr>
          <p:spPr>
            <a:xfrm>
              <a:off x="4521708" y="2362199"/>
              <a:ext cx="2964180" cy="736600"/>
            </a:xfrm>
            <a:custGeom>
              <a:avLst/>
              <a:gdLst/>
              <a:ahLst/>
              <a:cxnLst/>
              <a:rect l="l" t="t" r="r" b="b"/>
              <a:pathLst>
                <a:path w="2964179" h="736600">
                  <a:moveTo>
                    <a:pt x="2964180" y="0"/>
                  </a:moveTo>
                  <a:lnTo>
                    <a:pt x="2919984" y="0"/>
                  </a:lnTo>
                  <a:lnTo>
                    <a:pt x="2919984" y="6350"/>
                  </a:lnTo>
                  <a:lnTo>
                    <a:pt x="2919984" y="12700"/>
                  </a:lnTo>
                  <a:lnTo>
                    <a:pt x="2919984" y="692150"/>
                  </a:lnTo>
                  <a:lnTo>
                    <a:pt x="6096" y="692150"/>
                  </a:lnTo>
                  <a:lnTo>
                    <a:pt x="6096" y="723900"/>
                  </a:lnTo>
                  <a:lnTo>
                    <a:pt x="0" y="723900"/>
                  </a:lnTo>
                  <a:lnTo>
                    <a:pt x="0" y="736600"/>
                  </a:lnTo>
                  <a:lnTo>
                    <a:pt x="2964180" y="736600"/>
                  </a:lnTo>
                  <a:lnTo>
                    <a:pt x="2964180" y="723900"/>
                  </a:lnTo>
                  <a:lnTo>
                    <a:pt x="2964180" y="12700"/>
                  </a:lnTo>
                  <a:lnTo>
                    <a:pt x="29641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9703" y="2330196"/>
              <a:ext cx="2951988" cy="7239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489703" y="2330196"/>
              <a:ext cx="2952115" cy="723900"/>
            </a:xfrm>
            <a:custGeom>
              <a:avLst/>
              <a:gdLst/>
              <a:ahLst/>
              <a:cxnLst/>
              <a:rect l="l" t="t" r="r" b="b"/>
              <a:pathLst>
                <a:path w="2952115" h="723900">
                  <a:moveTo>
                    <a:pt x="0" y="723900"/>
                  </a:moveTo>
                  <a:lnTo>
                    <a:pt x="2951988" y="723900"/>
                  </a:lnTo>
                  <a:lnTo>
                    <a:pt x="2951988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40935" y="2342388"/>
              <a:ext cx="944117" cy="122910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2835" y="2304288"/>
              <a:ext cx="944117" cy="122910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736719" y="2453767"/>
            <a:ext cx="243204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CC"/>
                </a:solidFill>
              </a:rPr>
              <a:t>*</a:t>
            </a:r>
            <a:endParaRPr sz="4400"/>
          </a:p>
        </p:txBody>
      </p:sp>
      <p:grpSp>
        <p:nvGrpSpPr>
          <p:cNvPr id="12" name="object 12"/>
          <p:cNvGrpSpPr/>
          <p:nvPr/>
        </p:nvGrpSpPr>
        <p:grpSpPr>
          <a:xfrm>
            <a:off x="5376671" y="2470416"/>
            <a:ext cx="407670" cy="549910"/>
            <a:chOff x="5376671" y="2470416"/>
            <a:chExt cx="407670" cy="54991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4771" y="2508516"/>
              <a:ext cx="369557" cy="5112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6671" y="2470416"/>
              <a:ext cx="369557" cy="51128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508116" y="2527553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CC"/>
                </a:solidFill>
                <a:latin typeface="Arial"/>
                <a:cs typeface="Arial"/>
              </a:rPr>
              <a:t>/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12179" y="2470416"/>
            <a:ext cx="478155" cy="549910"/>
            <a:chOff x="6012179" y="2470416"/>
            <a:chExt cx="478155" cy="54991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50279" y="2508516"/>
              <a:ext cx="439686" cy="5112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2179" y="2470416"/>
              <a:ext cx="439686" cy="51128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142990" y="2527553"/>
            <a:ext cx="159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CC"/>
                </a:solidFill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86371" y="2261628"/>
            <a:ext cx="470534" cy="549910"/>
            <a:chOff x="6786371" y="2261628"/>
            <a:chExt cx="470534" cy="54991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24471" y="2299728"/>
              <a:ext cx="432053" cy="5112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86371" y="2261628"/>
              <a:ext cx="432053" cy="51128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917817" y="2317445"/>
            <a:ext cx="1530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CC"/>
                </a:solidFill>
                <a:latin typeface="Arial"/>
                <a:cs typeface="Arial"/>
              </a:rPr>
              <a:t>_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6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OPERATOR</a:t>
                      </a:r>
                      <a:r>
                        <a:rPr dirty="0" sz="2800" spc="-5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PRECEDENCE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281427" y="2243327"/>
            <a:ext cx="7087870" cy="911860"/>
            <a:chOff x="2281427" y="2243327"/>
            <a:chExt cx="7087870" cy="911860"/>
          </a:xfrm>
        </p:grpSpPr>
        <p:sp>
          <p:nvSpPr>
            <p:cNvPr id="4" name="object 4"/>
            <p:cNvSpPr/>
            <p:nvPr/>
          </p:nvSpPr>
          <p:spPr>
            <a:xfrm>
              <a:off x="2344928" y="2306319"/>
              <a:ext cx="7024370" cy="848360"/>
            </a:xfrm>
            <a:custGeom>
              <a:avLst/>
              <a:gdLst/>
              <a:ahLst/>
              <a:cxnLst/>
              <a:rect l="l" t="t" r="r" b="b"/>
              <a:pathLst>
                <a:path w="7024370" h="848360">
                  <a:moveTo>
                    <a:pt x="7024116" y="0"/>
                  </a:moveTo>
                  <a:lnTo>
                    <a:pt x="6947662" y="0"/>
                  </a:lnTo>
                  <a:lnTo>
                    <a:pt x="6947662" y="13970"/>
                  </a:lnTo>
                  <a:lnTo>
                    <a:pt x="6947662" y="26670"/>
                  </a:lnTo>
                  <a:lnTo>
                    <a:pt x="6947662" y="770890"/>
                  </a:lnTo>
                  <a:lnTo>
                    <a:pt x="12954" y="770890"/>
                  </a:lnTo>
                  <a:lnTo>
                    <a:pt x="12954" y="821690"/>
                  </a:lnTo>
                  <a:lnTo>
                    <a:pt x="0" y="821690"/>
                  </a:lnTo>
                  <a:lnTo>
                    <a:pt x="0" y="848360"/>
                  </a:lnTo>
                  <a:lnTo>
                    <a:pt x="7024116" y="848360"/>
                  </a:lnTo>
                  <a:lnTo>
                    <a:pt x="7024116" y="821690"/>
                  </a:lnTo>
                  <a:lnTo>
                    <a:pt x="7024116" y="26670"/>
                  </a:lnTo>
                  <a:lnTo>
                    <a:pt x="7024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94381" y="2256281"/>
              <a:ext cx="6998334" cy="821690"/>
            </a:xfrm>
            <a:custGeom>
              <a:avLst/>
              <a:gdLst/>
              <a:ahLst/>
              <a:cxnLst/>
              <a:rect l="l" t="t" r="r" b="b"/>
              <a:pathLst>
                <a:path w="6998334" h="821689">
                  <a:moveTo>
                    <a:pt x="6998208" y="0"/>
                  </a:moveTo>
                  <a:lnTo>
                    <a:pt x="0" y="0"/>
                  </a:lnTo>
                  <a:lnTo>
                    <a:pt x="0" y="821436"/>
                  </a:lnTo>
                  <a:lnTo>
                    <a:pt x="6998208" y="821436"/>
                  </a:lnTo>
                  <a:lnTo>
                    <a:pt x="699820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294381" y="2256281"/>
              <a:ext cx="6998334" cy="821690"/>
            </a:xfrm>
            <a:custGeom>
              <a:avLst/>
              <a:gdLst/>
              <a:ahLst/>
              <a:cxnLst/>
              <a:rect l="l" t="t" r="r" b="b"/>
              <a:pathLst>
                <a:path w="6998334" h="821689">
                  <a:moveTo>
                    <a:pt x="0" y="821436"/>
                  </a:moveTo>
                  <a:lnTo>
                    <a:pt x="6998208" y="821436"/>
                  </a:lnTo>
                  <a:lnTo>
                    <a:pt x="6998208" y="0"/>
                  </a:lnTo>
                  <a:lnTo>
                    <a:pt x="0" y="0"/>
                  </a:lnTo>
                  <a:lnTo>
                    <a:pt x="0" y="82143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344927" y="307721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8" y="50800"/>
                </a:lnTo>
                <a:lnTo>
                  <a:pt x="25908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025134" y="2361438"/>
            <a:ext cx="1914525" cy="34607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30"/>
              </a:spcBef>
            </a:pPr>
            <a:r>
              <a:rPr dirty="0" sz="1800" spc="-10" b="1">
                <a:latin typeface="Courier New"/>
                <a:cs typeface="Courier New"/>
              </a:rPr>
              <a:t>12*salary+100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29332" y="2352547"/>
            <a:ext cx="34385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>
                <a:latin typeface="Courier New"/>
                <a:cs typeface="Courier New"/>
              </a:rPr>
              <a:t>SELECT last_name, salary, </a:t>
            </a:r>
            <a:r>
              <a:rPr dirty="0" sz="1800" spc="-1070"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FROM	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8319" y="4479163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3620" y="3326891"/>
            <a:ext cx="6943344" cy="130454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3620" y="4949952"/>
            <a:ext cx="6937248" cy="1091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PARENTHESES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385060" y="2366772"/>
            <a:ext cx="6953884" cy="945515"/>
            <a:chOff x="2385060" y="2366772"/>
            <a:chExt cx="6953884" cy="945515"/>
          </a:xfrm>
        </p:grpSpPr>
        <p:sp>
          <p:nvSpPr>
            <p:cNvPr id="4" name="object 4"/>
            <p:cNvSpPr/>
            <p:nvPr/>
          </p:nvSpPr>
          <p:spPr>
            <a:xfrm>
              <a:off x="2448560" y="2430779"/>
              <a:ext cx="6890384" cy="881380"/>
            </a:xfrm>
            <a:custGeom>
              <a:avLst/>
              <a:gdLst/>
              <a:ahLst/>
              <a:cxnLst/>
              <a:rect l="l" t="t" r="r" b="b"/>
              <a:pathLst>
                <a:path w="6890384" h="881379">
                  <a:moveTo>
                    <a:pt x="6890004" y="0"/>
                  </a:moveTo>
                  <a:lnTo>
                    <a:pt x="6813550" y="0"/>
                  </a:lnTo>
                  <a:lnTo>
                    <a:pt x="6813550" y="12700"/>
                  </a:lnTo>
                  <a:lnTo>
                    <a:pt x="6813550" y="25400"/>
                  </a:lnTo>
                  <a:lnTo>
                    <a:pt x="6813550" y="805180"/>
                  </a:lnTo>
                  <a:lnTo>
                    <a:pt x="12954" y="805180"/>
                  </a:lnTo>
                  <a:lnTo>
                    <a:pt x="12954" y="855980"/>
                  </a:lnTo>
                  <a:lnTo>
                    <a:pt x="0" y="855980"/>
                  </a:lnTo>
                  <a:lnTo>
                    <a:pt x="0" y="881380"/>
                  </a:lnTo>
                  <a:lnTo>
                    <a:pt x="6889991" y="881380"/>
                  </a:lnTo>
                  <a:lnTo>
                    <a:pt x="6889991" y="855980"/>
                  </a:lnTo>
                  <a:lnTo>
                    <a:pt x="6890004" y="25400"/>
                  </a:lnTo>
                  <a:lnTo>
                    <a:pt x="689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398014" y="2379726"/>
              <a:ext cx="6864350" cy="856615"/>
            </a:xfrm>
            <a:custGeom>
              <a:avLst/>
              <a:gdLst/>
              <a:ahLst/>
              <a:cxnLst/>
              <a:rect l="l" t="t" r="r" b="b"/>
              <a:pathLst>
                <a:path w="6864350" h="856614">
                  <a:moveTo>
                    <a:pt x="6864096" y="0"/>
                  </a:moveTo>
                  <a:lnTo>
                    <a:pt x="0" y="0"/>
                  </a:lnTo>
                  <a:lnTo>
                    <a:pt x="0" y="856488"/>
                  </a:lnTo>
                  <a:lnTo>
                    <a:pt x="6864096" y="856488"/>
                  </a:lnTo>
                  <a:lnTo>
                    <a:pt x="686409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98014" y="2379726"/>
              <a:ext cx="6864350" cy="856615"/>
            </a:xfrm>
            <a:custGeom>
              <a:avLst/>
              <a:gdLst/>
              <a:ahLst/>
              <a:cxnLst/>
              <a:rect l="l" t="t" r="r" b="b"/>
              <a:pathLst>
                <a:path w="6864350" h="856614">
                  <a:moveTo>
                    <a:pt x="0" y="856488"/>
                  </a:moveTo>
                  <a:lnTo>
                    <a:pt x="6864096" y="856488"/>
                  </a:lnTo>
                  <a:lnTo>
                    <a:pt x="6864096" y="0"/>
                  </a:lnTo>
                  <a:lnTo>
                    <a:pt x="0" y="0"/>
                  </a:lnTo>
                  <a:lnTo>
                    <a:pt x="0" y="85648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48560" y="323596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025134" y="2494026"/>
            <a:ext cx="2092960" cy="34607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165"/>
              </a:spcBef>
            </a:pPr>
            <a:r>
              <a:rPr dirty="0" sz="1800" spc="-15" b="1">
                <a:latin typeface="Courier New"/>
                <a:cs typeface="Courier New"/>
              </a:rPr>
              <a:t>1</a:t>
            </a:r>
            <a:r>
              <a:rPr dirty="0" sz="1800" spc="-5" b="1">
                <a:latin typeface="Courier New"/>
                <a:cs typeface="Courier New"/>
              </a:rPr>
              <a:t>2*</a:t>
            </a:r>
            <a:r>
              <a:rPr dirty="0" sz="1800" spc="-15" b="1">
                <a:latin typeface="Courier New"/>
                <a:cs typeface="Courier New"/>
              </a:rPr>
              <a:t>(</a:t>
            </a:r>
            <a:r>
              <a:rPr dirty="0" sz="1800" spc="-5" b="1">
                <a:latin typeface="Courier New"/>
                <a:cs typeface="Courier New"/>
              </a:rPr>
              <a:t>s</a:t>
            </a:r>
            <a:r>
              <a:rPr dirty="0" sz="1800" spc="-15" b="1">
                <a:latin typeface="Courier New"/>
                <a:cs typeface="Courier New"/>
              </a:rPr>
              <a:t>al</a:t>
            </a:r>
            <a:r>
              <a:rPr dirty="0" sz="1800" spc="-5" b="1">
                <a:latin typeface="Courier New"/>
                <a:cs typeface="Courier New"/>
              </a:rPr>
              <a:t>ar</a:t>
            </a:r>
            <a:r>
              <a:rPr dirty="0" sz="1800" spc="-15" b="1">
                <a:latin typeface="Courier New"/>
                <a:cs typeface="Courier New"/>
              </a:rPr>
              <a:t>y</a:t>
            </a:r>
            <a:r>
              <a:rPr dirty="0" sz="1800" spc="-5" b="1">
                <a:latin typeface="Courier New"/>
                <a:cs typeface="Courier New"/>
              </a:rPr>
              <a:t>+</a:t>
            </a:r>
            <a:r>
              <a:rPr dirty="0" sz="1800" spc="-15" b="1">
                <a:latin typeface="Courier New"/>
                <a:cs typeface="Courier New"/>
              </a:rPr>
              <a:t>1</a:t>
            </a:r>
            <a:r>
              <a:rPr dirty="0" sz="1800" spc="-5" b="1">
                <a:latin typeface="Courier New"/>
                <a:cs typeface="Courier New"/>
              </a:rPr>
              <a:t>00)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05582" y="2502534"/>
            <a:ext cx="34391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>
                <a:latin typeface="Courier New"/>
                <a:cs typeface="Courier New"/>
              </a:rPr>
              <a:t>SELECT last_name, salary, </a:t>
            </a:r>
            <a:r>
              <a:rPr dirty="0" sz="1800" spc="-1070"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FROM	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1194" y="4561458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6207" y="3416808"/>
            <a:ext cx="6943344" cy="13152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4779" y="4977384"/>
            <a:ext cx="6885820" cy="86640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4801" y="5930766"/>
            <a:ext cx="964846" cy="970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FIN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NG</a:t>
                      </a:r>
                      <a:r>
                        <a:rPr dirty="0" sz="2800" spc="-26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NULL</a:t>
                      </a:r>
                      <a:r>
                        <a:rPr dirty="0" sz="2800" spc="-4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2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V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ALUE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30779" y="2916935"/>
            <a:ext cx="7038975" cy="868044"/>
            <a:chOff x="2430779" y="2916935"/>
            <a:chExt cx="7038975" cy="868044"/>
          </a:xfrm>
        </p:grpSpPr>
        <p:sp>
          <p:nvSpPr>
            <p:cNvPr id="4" name="object 4"/>
            <p:cNvSpPr/>
            <p:nvPr/>
          </p:nvSpPr>
          <p:spPr>
            <a:xfrm>
              <a:off x="2494280" y="2980689"/>
              <a:ext cx="6975475" cy="803910"/>
            </a:xfrm>
            <a:custGeom>
              <a:avLst/>
              <a:gdLst/>
              <a:ahLst/>
              <a:cxnLst/>
              <a:rect l="l" t="t" r="r" b="b"/>
              <a:pathLst>
                <a:path w="6975475" h="803910">
                  <a:moveTo>
                    <a:pt x="6975348" y="0"/>
                  </a:moveTo>
                  <a:lnTo>
                    <a:pt x="6898894" y="0"/>
                  </a:lnTo>
                  <a:lnTo>
                    <a:pt x="6898894" y="12700"/>
                  </a:lnTo>
                  <a:lnTo>
                    <a:pt x="6898894" y="25400"/>
                  </a:lnTo>
                  <a:lnTo>
                    <a:pt x="6898894" y="727710"/>
                  </a:lnTo>
                  <a:lnTo>
                    <a:pt x="12954" y="727710"/>
                  </a:lnTo>
                  <a:lnTo>
                    <a:pt x="12954" y="778510"/>
                  </a:lnTo>
                  <a:lnTo>
                    <a:pt x="0" y="778510"/>
                  </a:lnTo>
                  <a:lnTo>
                    <a:pt x="0" y="803910"/>
                  </a:lnTo>
                  <a:lnTo>
                    <a:pt x="6975348" y="803910"/>
                  </a:lnTo>
                  <a:lnTo>
                    <a:pt x="6975348" y="778510"/>
                  </a:lnTo>
                  <a:lnTo>
                    <a:pt x="6975348" y="25400"/>
                  </a:lnTo>
                  <a:lnTo>
                    <a:pt x="6975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43733" y="2929889"/>
              <a:ext cx="6949440" cy="779145"/>
            </a:xfrm>
            <a:custGeom>
              <a:avLst/>
              <a:gdLst/>
              <a:ahLst/>
              <a:cxnLst/>
              <a:rect l="l" t="t" r="r" b="b"/>
              <a:pathLst>
                <a:path w="6949440" h="779145">
                  <a:moveTo>
                    <a:pt x="6949440" y="0"/>
                  </a:moveTo>
                  <a:lnTo>
                    <a:pt x="0" y="0"/>
                  </a:lnTo>
                  <a:lnTo>
                    <a:pt x="0" y="778764"/>
                  </a:lnTo>
                  <a:lnTo>
                    <a:pt x="6949440" y="778764"/>
                  </a:lnTo>
                  <a:lnTo>
                    <a:pt x="694944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43733" y="2929889"/>
              <a:ext cx="6949440" cy="779145"/>
            </a:xfrm>
            <a:custGeom>
              <a:avLst/>
              <a:gdLst/>
              <a:ahLst/>
              <a:cxnLst/>
              <a:rect l="l" t="t" r="r" b="b"/>
              <a:pathLst>
                <a:path w="6949440" h="779145">
                  <a:moveTo>
                    <a:pt x="0" y="778764"/>
                  </a:moveTo>
                  <a:lnTo>
                    <a:pt x="6949440" y="778764"/>
                  </a:lnTo>
                  <a:lnTo>
                    <a:pt x="6949440" y="0"/>
                  </a:lnTo>
                  <a:lnTo>
                    <a:pt x="0" y="0"/>
                  </a:lnTo>
                  <a:lnTo>
                    <a:pt x="0" y="778764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94279" y="370840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63545" y="1896871"/>
            <a:ext cx="6967220" cy="836294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null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 that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unavailable,</a:t>
            </a:r>
            <a:r>
              <a:rPr dirty="0" sz="1800" spc="-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unassigned,</a:t>
            </a:r>
            <a:r>
              <a:rPr dirty="0" sz="1800" spc="-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unknown,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 inapplicable.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null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same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zero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blank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space.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6233" y="2992373"/>
            <a:ext cx="1952625" cy="34607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r>
              <a:rPr dirty="0" sz="1800" spc="-10" b="1">
                <a:latin typeface="Courier New"/>
                <a:cs typeface="Courier New"/>
              </a:rPr>
              <a:t>commission_pct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8254" y="3004820"/>
            <a:ext cx="45294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last_name, job_id, salary,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1194" y="4462017"/>
            <a:ext cx="342900" cy="1293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5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2972" y="3954779"/>
            <a:ext cx="6963156" cy="67665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2972" y="4832603"/>
            <a:ext cx="6972300" cy="6477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2972" y="5763767"/>
            <a:ext cx="6963156" cy="4404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marL="1883410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</a:t>
                      </a:r>
                      <a:r>
                        <a:rPr dirty="0" sz="25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</a:t>
                      </a:r>
                      <a:r>
                        <a:rPr dirty="0" sz="25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</a:t>
                      </a:r>
                      <a:r>
                        <a:rPr dirty="0" sz="2500" spc="-35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2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V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ALUES</a:t>
                      </a:r>
                      <a:endParaRPr sz="2500">
                        <a:latin typeface="Gill Sans MT"/>
                        <a:cs typeface="Gill Sans MT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</a:pP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IN</a:t>
                      </a:r>
                      <a:r>
                        <a:rPr dirty="0" sz="2500" spc="-24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5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IT</a:t>
                      </a:r>
                      <a:r>
                        <a:rPr dirty="0" sz="25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H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METIC</a:t>
                      </a:r>
                      <a:r>
                        <a:rPr dirty="0" sz="2500" spc="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EXPRESSI</a:t>
                      </a:r>
                      <a:r>
                        <a:rPr dirty="0" sz="25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25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NS</a:t>
                      </a:r>
                      <a:endParaRPr sz="2500">
                        <a:latin typeface="Gill Sans MT"/>
                        <a:cs typeface="Gill Sans MT"/>
                      </a:endParaRPr>
                    </a:p>
                  </a:txBody>
                  <a:tcPr marL="0" marR="0" marB="0" marT="24193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09380" y="2593784"/>
            <a:ext cx="7010400" cy="726440"/>
            <a:chOff x="2409380" y="2593784"/>
            <a:chExt cx="7010400" cy="726440"/>
          </a:xfrm>
        </p:grpSpPr>
        <p:sp>
          <p:nvSpPr>
            <p:cNvPr id="4" name="object 4"/>
            <p:cNvSpPr/>
            <p:nvPr/>
          </p:nvSpPr>
          <p:spPr>
            <a:xfrm>
              <a:off x="2472944" y="2656839"/>
              <a:ext cx="6946900" cy="662940"/>
            </a:xfrm>
            <a:custGeom>
              <a:avLst/>
              <a:gdLst/>
              <a:ahLst/>
              <a:cxnLst/>
              <a:rect l="l" t="t" r="r" b="b"/>
              <a:pathLst>
                <a:path w="6946900" h="662939">
                  <a:moveTo>
                    <a:pt x="6946392" y="0"/>
                  </a:moveTo>
                  <a:lnTo>
                    <a:pt x="6869938" y="0"/>
                  </a:lnTo>
                  <a:lnTo>
                    <a:pt x="6869938" y="13970"/>
                  </a:lnTo>
                  <a:lnTo>
                    <a:pt x="6869938" y="26670"/>
                  </a:lnTo>
                  <a:lnTo>
                    <a:pt x="6869938" y="586740"/>
                  </a:lnTo>
                  <a:lnTo>
                    <a:pt x="12954" y="586740"/>
                  </a:lnTo>
                  <a:lnTo>
                    <a:pt x="12954" y="637540"/>
                  </a:lnTo>
                  <a:lnTo>
                    <a:pt x="0" y="637540"/>
                  </a:lnTo>
                  <a:lnTo>
                    <a:pt x="0" y="662940"/>
                  </a:lnTo>
                  <a:lnTo>
                    <a:pt x="6946392" y="662940"/>
                  </a:lnTo>
                  <a:lnTo>
                    <a:pt x="6946392" y="637540"/>
                  </a:lnTo>
                  <a:lnTo>
                    <a:pt x="6946392" y="26670"/>
                  </a:lnTo>
                  <a:lnTo>
                    <a:pt x="69463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22397" y="2606802"/>
              <a:ext cx="6920865" cy="637540"/>
            </a:xfrm>
            <a:custGeom>
              <a:avLst/>
              <a:gdLst/>
              <a:ahLst/>
              <a:cxnLst/>
              <a:rect l="l" t="t" r="r" b="b"/>
              <a:pathLst>
                <a:path w="6920865" h="637539">
                  <a:moveTo>
                    <a:pt x="6920483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6920483" y="637032"/>
                  </a:lnTo>
                  <a:lnTo>
                    <a:pt x="6920483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22397" y="2606802"/>
              <a:ext cx="6920865" cy="637540"/>
            </a:xfrm>
            <a:custGeom>
              <a:avLst/>
              <a:gdLst/>
              <a:ahLst/>
              <a:cxnLst/>
              <a:rect l="l" t="t" r="r" b="b"/>
              <a:pathLst>
                <a:path w="6920865" h="637539">
                  <a:moveTo>
                    <a:pt x="0" y="637032"/>
                  </a:moveTo>
                  <a:lnTo>
                    <a:pt x="6920483" y="637032"/>
                  </a:lnTo>
                  <a:lnTo>
                    <a:pt x="6920483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72944" y="324357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14980" y="2620213"/>
            <a:ext cx="576008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12*salary*commission_pct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FROM	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7770" y="1844166"/>
            <a:ext cx="4261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Arithmetic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expressions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containing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null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77770" y="2194382"/>
            <a:ext cx="1482090" cy="300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evaluate</a:t>
            </a:r>
            <a:r>
              <a:rPr dirty="0" sz="1800" spc="-55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35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null.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70526" y="2661666"/>
            <a:ext cx="3375660" cy="281940"/>
          </a:xfrm>
          <a:custGeom>
            <a:avLst/>
            <a:gdLst/>
            <a:ahLst/>
            <a:cxnLst/>
            <a:rect l="l" t="t" r="r" b="b"/>
            <a:pathLst>
              <a:path w="3375659" h="281939">
                <a:moveTo>
                  <a:pt x="0" y="281939"/>
                </a:moveTo>
                <a:lnTo>
                  <a:pt x="3375660" y="281939"/>
                </a:lnTo>
                <a:lnTo>
                  <a:pt x="3375660" y="0"/>
                </a:lnTo>
                <a:lnTo>
                  <a:pt x="0" y="0"/>
                </a:lnTo>
                <a:lnTo>
                  <a:pt x="0" y="281939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41194" y="4246245"/>
            <a:ext cx="342900" cy="1229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1635" y="3447288"/>
            <a:ext cx="6952488" cy="88696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1635" y="4634484"/>
            <a:ext cx="6952488" cy="63703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1635" y="5477255"/>
            <a:ext cx="6943344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FIN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NG</a:t>
                      </a:r>
                      <a:r>
                        <a:rPr dirty="0" sz="2800" spc="-26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COLUMN</a:t>
                      </a:r>
                      <a:r>
                        <a:rPr dirty="0" sz="2800" spc="-25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AL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991204"/>
            <a:ext cx="7139305" cy="260159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dirty="0" sz="18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alias: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Renames</a:t>
            </a:r>
            <a:r>
              <a:rPr dirty="0" sz="1800" spc="-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heading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useful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calculations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92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Immediately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follows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name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-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there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also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optional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AS</a:t>
            </a:r>
            <a:endParaRPr sz="18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keyword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between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name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alias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Requires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double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quotation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marks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if it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contains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spaces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 special</a:t>
            </a:r>
            <a:endParaRPr sz="18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characters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case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sensitive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COLUMN</a:t>
                      </a:r>
                      <a:r>
                        <a:rPr dirty="0" sz="2800" spc="-26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AL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ASES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359" y="5314188"/>
            <a:ext cx="6885820" cy="8656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4411" y="2935977"/>
            <a:ext cx="6886575" cy="86640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484120" y="2077211"/>
            <a:ext cx="7016115" cy="790575"/>
            <a:chOff x="2484120" y="2077211"/>
            <a:chExt cx="7016115" cy="790575"/>
          </a:xfrm>
        </p:grpSpPr>
        <p:sp>
          <p:nvSpPr>
            <p:cNvPr id="6" name="object 6"/>
            <p:cNvSpPr/>
            <p:nvPr/>
          </p:nvSpPr>
          <p:spPr>
            <a:xfrm>
              <a:off x="2547620" y="2141219"/>
              <a:ext cx="6952615" cy="726440"/>
            </a:xfrm>
            <a:custGeom>
              <a:avLst/>
              <a:gdLst/>
              <a:ahLst/>
              <a:cxnLst/>
              <a:rect l="l" t="t" r="r" b="b"/>
              <a:pathLst>
                <a:path w="6952615" h="726439">
                  <a:moveTo>
                    <a:pt x="6952488" y="0"/>
                  </a:moveTo>
                  <a:lnTo>
                    <a:pt x="6876034" y="0"/>
                  </a:lnTo>
                  <a:lnTo>
                    <a:pt x="6876034" y="25400"/>
                  </a:lnTo>
                  <a:lnTo>
                    <a:pt x="6926580" y="25400"/>
                  </a:lnTo>
                  <a:lnTo>
                    <a:pt x="6926580" y="650240"/>
                  </a:lnTo>
                  <a:lnTo>
                    <a:pt x="25908" y="650240"/>
                  </a:lnTo>
                  <a:lnTo>
                    <a:pt x="12954" y="650240"/>
                  </a:lnTo>
                  <a:lnTo>
                    <a:pt x="0" y="650240"/>
                  </a:lnTo>
                  <a:lnTo>
                    <a:pt x="0" y="701040"/>
                  </a:lnTo>
                  <a:lnTo>
                    <a:pt x="0" y="726440"/>
                  </a:lnTo>
                  <a:lnTo>
                    <a:pt x="6952488" y="726440"/>
                  </a:lnTo>
                  <a:lnTo>
                    <a:pt x="6952488" y="701040"/>
                  </a:lnTo>
                  <a:lnTo>
                    <a:pt x="6952488" y="25400"/>
                  </a:lnTo>
                  <a:lnTo>
                    <a:pt x="69524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97074" y="2090165"/>
              <a:ext cx="6926580" cy="701040"/>
            </a:xfrm>
            <a:custGeom>
              <a:avLst/>
              <a:gdLst/>
              <a:ahLst/>
              <a:cxnLst/>
              <a:rect l="l" t="t" r="r" b="b"/>
              <a:pathLst>
                <a:path w="6926580" h="701039">
                  <a:moveTo>
                    <a:pt x="6926580" y="0"/>
                  </a:moveTo>
                  <a:lnTo>
                    <a:pt x="0" y="0"/>
                  </a:lnTo>
                  <a:lnTo>
                    <a:pt x="0" y="701039"/>
                  </a:lnTo>
                  <a:lnTo>
                    <a:pt x="6926580" y="701039"/>
                  </a:lnTo>
                  <a:lnTo>
                    <a:pt x="69265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97074" y="2090165"/>
              <a:ext cx="6926580" cy="701040"/>
            </a:xfrm>
            <a:custGeom>
              <a:avLst/>
              <a:gdLst/>
              <a:ahLst/>
              <a:cxnLst/>
              <a:rect l="l" t="t" r="r" b="b"/>
              <a:pathLst>
                <a:path w="6926580" h="701039">
                  <a:moveTo>
                    <a:pt x="0" y="701039"/>
                  </a:moveTo>
                  <a:lnTo>
                    <a:pt x="6926580" y="701039"/>
                  </a:lnTo>
                  <a:lnTo>
                    <a:pt x="6926580" y="0"/>
                  </a:lnTo>
                  <a:lnTo>
                    <a:pt x="0" y="0"/>
                  </a:lnTo>
                  <a:lnTo>
                    <a:pt x="0" y="70103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9423654" y="2153920"/>
            <a:ext cx="63500" cy="637540"/>
          </a:xfrm>
          <a:custGeom>
            <a:avLst/>
            <a:gdLst/>
            <a:ahLst/>
            <a:cxnLst/>
            <a:rect l="l" t="t" r="r" b="b"/>
            <a:pathLst>
              <a:path w="63500" h="637539">
                <a:moveTo>
                  <a:pt x="0" y="637539"/>
                </a:moveTo>
                <a:lnTo>
                  <a:pt x="63500" y="637539"/>
                </a:lnTo>
                <a:lnTo>
                  <a:pt x="63500" y="0"/>
                </a:lnTo>
                <a:lnTo>
                  <a:pt x="0" y="0"/>
                </a:lnTo>
                <a:lnTo>
                  <a:pt x="0" y="6375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2484056" y="4542980"/>
            <a:ext cx="7061834" cy="1009015"/>
            <a:chOff x="2484056" y="4542980"/>
            <a:chExt cx="7061834" cy="1009015"/>
          </a:xfrm>
        </p:grpSpPr>
        <p:sp>
          <p:nvSpPr>
            <p:cNvPr id="11" name="object 11"/>
            <p:cNvSpPr/>
            <p:nvPr/>
          </p:nvSpPr>
          <p:spPr>
            <a:xfrm>
              <a:off x="2547620" y="4606289"/>
              <a:ext cx="6998334" cy="715010"/>
            </a:xfrm>
            <a:custGeom>
              <a:avLst/>
              <a:gdLst/>
              <a:ahLst/>
              <a:cxnLst/>
              <a:rect l="l" t="t" r="r" b="b"/>
              <a:pathLst>
                <a:path w="6998334" h="715010">
                  <a:moveTo>
                    <a:pt x="6998208" y="0"/>
                  </a:moveTo>
                  <a:lnTo>
                    <a:pt x="6921754" y="0"/>
                  </a:lnTo>
                  <a:lnTo>
                    <a:pt x="6921754" y="13208"/>
                  </a:lnTo>
                  <a:lnTo>
                    <a:pt x="6921754" y="26670"/>
                  </a:lnTo>
                  <a:lnTo>
                    <a:pt x="6921754" y="638556"/>
                  </a:lnTo>
                  <a:lnTo>
                    <a:pt x="6972300" y="638556"/>
                  </a:lnTo>
                  <a:lnTo>
                    <a:pt x="12954" y="638568"/>
                  </a:lnTo>
                  <a:lnTo>
                    <a:pt x="12954" y="638810"/>
                  </a:lnTo>
                  <a:lnTo>
                    <a:pt x="0" y="638810"/>
                  </a:lnTo>
                  <a:lnTo>
                    <a:pt x="0" y="689610"/>
                  </a:lnTo>
                  <a:lnTo>
                    <a:pt x="0" y="715010"/>
                  </a:lnTo>
                  <a:lnTo>
                    <a:pt x="6998208" y="715010"/>
                  </a:lnTo>
                  <a:lnTo>
                    <a:pt x="6998208" y="689610"/>
                  </a:lnTo>
                  <a:lnTo>
                    <a:pt x="6998208" y="26670"/>
                  </a:lnTo>
                  <a:lnTo>
                    <a:pt x="69982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97074" y="4555997"/>
              <a:ext cx="6972300" cy="688975"/>
            </a:xfrm>
            <a:custGeom>
              <a:avLst/>
              <a:gdLst/>
              <a:ahLst/>
              <a:cxnLst/>
              <a:rect l="l" t="t" r="r" b="b"/>
              <a:pathLst>
                <a:path w="6972300" h="688975">
                  <a:moveTo>
                    <a:pt x="6972300" y="0"/>
                  </a:moveTo>
                  <a:lnTo>
                    <a:pt x="0" y="0"/>
                  </a:lnTo>
                  <a:lnTo>
                    <a:pt x="0" y="688847"/>
                  </a:lnTo>
                  <a:lnTo>
                    <a:pt x="6972300" y="688847"/>
                  </a:lnTo>
                  <a:lnTo>
                    <a:pt x="69723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7074" y="4555997"/>
              <a:ext cx="6972300" cy="688975"/>
            </a:xfrm>
            <a:custGeom>
              <a:avLst/>
              <a:gdLst/>
              <a:ahLst/>
              <a:cxnLst/>
              <a:rect l="l" t="t" r="r" b="b"/>
              <a:pathLst>
                <a:path w="6972300" h="688975">
                  <a:moveTo>
                    <a:pt x="0" y="688847"/>
                  </a:moveTo>
                  <a:lnTo>
                    <a:pt x="6972300" y="688847"/>
                  </a:lnTo>
                  <a:lnTo>
                    <a:pt x="6972300" y="0"/>
                  </a:lnTo>
                  <a:lnTo>
                    <a:pt x="0" y="0"/>
                  </a:lnTo>
                  <a:lnTo>
                    <a:pt x="0" y="68884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652522" y="5339333"/>
              <a:ext cx="2479675" cy="200025"/>
            </a:xfrm>
            <a:custGeom>
              <a:avLst/>
              <a:gdLst/>
              <a:ahLst/>
              <a:cxnLst/>
              <a:rect l="l" t="t" r="r" b="b"/>
              <a:pathLst>
                <a:path w="2479675" h="200025">
                  <a:moveTo>
                    <a:pt x="0" y="199643"/>
                  </a:moveTo>
                  <a:lnTo>
                    <a:pt x="2479548" y="199643"/>
                  </a:lnTo>
                  <a:lnTo>
                    <a:pt x="2479548" y="0"/>
                  </a:lnTo>
                  <a:lnTo>
                    <a:pt x="0" y="0"/>
                  </a:lnTo>
                  <a:lnTo>
                    <a:pt x="0" y="199643"/>
                  </a:lnTo>
                  <a:close/>
                </a:path>
              </a:pathLst>
            </a:custGeom>
            <a:ln w="25908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2675382" y="2964942"/>
            <a:ext cx="3552825" cy="201295"/>
          </a:xfrm>
          <a:custGeom>
            <a:avLst/>
            <a:gdLst/>
            <a:ahLst/>
            <a:cxnLst/>
            <a:rect l="l" t="t" r="r" b="b"/>
            <a:pathLst>
              <a:path w="3552825" h="201294">
                <a:moveTo>
                  <a:pt x="0" y="201167"/>
                </a:moveTo>
                <a:lnTo>
                  <a:pt x="3552444" y="201167"/>
                </a:lnTo>
                <a:lnTo>
                  <a:pt x="3552444" y="0"/>
                </a:lnTo>
                <a:lnTo>
                  <a:pt x="0" y="0"/>
                </a:lnTo>
                <a:lnTo>
                  <a:pt x="0" y="201167"/>
                </a:lnTo>
                <a:close/>
              </a:path>
            </a:pathLst>
          </a:custGeom>
          <a:ln w="25908">
            <a:solidFill>
              <a:srgbClr val="FF5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320533" y="4636770"/>
            <a:ext cx="2080260" cy="23177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525">
              <a:lnSpc>
                <a:spcPts val="1825"/>
              </a:lnSpc>
            </a:pPr>
            <a:r>
              <a:rPr dirty="0" sz="1800" spc="-10" b="1">
                <a:latin typeface="Courier New"/>
                <a:cs typeface="Courier New"/>
              </a:rPr>
              <a:t>"Annual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0254" y="4595241"/>
            <a:ext cx="466598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last_name "Name", salary*12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53080" y="2126360"/>
            <a:ext cx="61677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last_name </a:t>
            </a:r>
            <a:r>
              <a:rPr dirty="0" sz="1800" spc="-5" b="1">
                <a:latin typeface="Courier New"/>
                <a:cs typeface="Courier New"/>
              </a:rPr>
              <a:t>AS </a:t>
            </a:r>
            <a:r>
              <a:rPr dirty="0" sz="1800" spc="-10" b="1">
                <a:latin typeface="Courier New"/>
                <a:cs typeface="Courier New"/>
              </a:rPr>
              <a:t>name, commission_pct comm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50941" y="2186177"/>
            <a:ext cx="619125" cy="218440"/>
          </a:xfrm>
          <a:custGeom>
            <a:avLst/>
            <a:gdLst/>
            <a:ahLst/>
            <a:cxnLst/>
            <a:rect l="l" t="t" r="r" b="b"/>
            <a:pathLst>
              <a:path w="619125" h="218439">
                <a:moveTo>
                  <a:pt x="0" y="217932"/>
                </a:moveTo>
                <a:lnTo>
                  <a:pt x="618743" y="217932"/>
                </a:lnTo>
                <a:lnTo>
                  <a:pt x="618743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4831079" y="4636008"/>
            <a:ext cx="3667125" cy="916305"/>
            <a:chOff x="4831079" y="4636008"/>
            <a:chExt cx="3667125" cy="916305"/>
          </a:xfrm>
        </p:grpSpPr>
        <p:sp>
          <p:nvSpPr>
            <p:cNvPr id="21" name="object 21"/>
            <p:cNvSpPr/>
            <p:nvPr/>
          </p:nvSpPr>
          <p:spPr>
            <a:xfrm>
              <a:off x="4844033" y="4648962"/>
              <a:ext cx="885825" cy="231775"/>
            </a:xfrm>
            <a:custGeom>
              <a:avLst/>
              <a:gdLst/>
              <a:ahLst/>
              <a:cxnLst/>
              <a:rect l="l" t="t" r="r" b="b"/>
              <a:pathLst>
                <a:path w="885825" h="231775">
                  <a:moveTo>
                    <a:pt x="0" y="231648"/>
                  </a:moveTo>
                  <a:lnTo>
                    <a:pt x="885443" y="231648"/>
                  </a:lnTo>
                  <a:lnTo>
                    <a:pt x="885443" y="0"/>
                  </a:lnTo>
                  <a:lnTo>
                    <a:pt x="0" y="0"/>
                  </a:lnTo>
                  <a:lnTo>
                    <a:pt x="0" y="231648"/>
                  </a:lnTo>
                  <a:close/>
                </a:path>
              </a:pathLst>
            </a:custGeom>
            <a:ln w="25907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05321" y="5339334"/>
              <a:ext cx="2479675" cy="200025"/>
            </a:xfrm>
            <a:custGeom>
              <a:avLst/>
              <a:gdLst/>
              <a:ahLst/>
              <a:cxnLst/>
              <a:rect l="l" t="t" r="r" b="b"/>
              <a:pathLst>
                <a:path w="2479675" h="200025">
                  <a:moveTo>
                    <a:pt x="0" y="199643"/>
                  </a:moveTo>
                  <a:lnTo>
                    <a:pt x="2479548" y="199643"/>
                  </a:lnTo>
                  <a:lnTo>
                    <a:pt x="2479548" y="0"/>
                  </a:lnTo>
                  <a:lnTo>
                    <a:pt x="0" y="0"/>
                  </a:lnTo>
                  <a:lnTo>
                    <a:pt x="0" y="199643"/>
                  </a:lnTo>
                  <a:close/>
                </a:path>
              </a:pathLst>
            </a:custGeom>
            <a:ln w="25908">
              <a:solidFill>
                <a:srgbClr val="FF5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491867" y="3630548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1867" y="5979972"/>
            <a:ext cx="3308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5361" y="4056647"/>
            <a:ext cx="952448" cy="94648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8184642" y="2186177"/>
            <a:ext cx="619125" cy="218440"/>
          </a:xfrm>
          <a:custGeom>
            <a:avLst/>
            <a:gdLst/>
            <a:ahLst/>
            <a:cxnLst/>
            <a:rect l="l" t="t" r="r" b="b"/>
            <a:pathLst>
              <a:path w="619125" h="218439">
                <a:moveTo>
                  <a:pt x="0" y="217932"/>
                </a:moveTo>
                <a:lnTo>
                  <a:pt x="618744" y="217932"/>
                </a:lnTo>
                <a:lnTo>
                  <a:pt x="618744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20433" y="2960370"/>
            <a:ext cx="2638425" cy="193675"/>
          </a:xfrm>
          <a:custGeom>
            <a:avLst/>
            <a:gdLst/>
            <a:ahLst/>
            <a:cxnLst/>
            <a:rect l="l" t="t" r="r" b="b"/>
            <a:pathLst>
              <a:path w="2638425" h="193675">
                <a:moveTo>
                  <a:pt x="0" y="193548"/>
                </a:moveTo>
                <a:lnTo>
                  <a:pt x="2638044" y="193548"/>
                </a:lnTo>
                <a:lnTo>
                  <a:pt x="2638044" y="0"/>
                </a:lnTo>
                <a:lnTo>
                  <a:pt x="0" y="0"/>
                </a:lnTo>
                <a:lnTo>
                  <a:pt x="0" y="193548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5361" y="6405452"/>
            <a:ext cx="952448" cy="95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CONCATENATION</a:t>
                      </a:r>
                      <a:r>
                        <a:rPr dirty="0" sz="2800" spc="-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6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OPERATOR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2091689"/>
            <a:ext cx="5992495" cy="1647189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concatenation</a:t>
            </a:r>
            <a:r>
              <a:rPr dirty="0" sz="1800" spc="-7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operator: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Concatenates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columns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strings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other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columns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represented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two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vertical bars (||)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Creates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resultant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expression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5752" y="3632840"/>
            <a:ext cx="6887329" cy="19434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05392" y="2691320"/>
            <a:ext cx="7002780" cy="792480"/>
            <a:chOff x="2505392" y="2691320"/>
            <a:chExt cx="7002780" cy="792480"/>
          </a:xfrm>
        </p:grpSpPr>
        <p:sp>
          <p:nvSpPr>
            <p:cNvPr id="5" name="object 5"/>
            <p:cNvSpPr/>
            <p:nvPr/>
          </p:nvSpPr>
          <p:spPr>
            <a:xfrm>
              <a:off x="2568956" y="2754629"/>
              <a:ext cx="6939280" cy="728980"/>
            </a:xfrm>
            <a:custGeom>
              <a:avLst/>
              <a:gdLst/>
              <a:ahLst/>
              <a:cxnLst/>
              <a:rect l="l" t="t" r="r" b="b"/>
              <a:pathLst>
                <a:path w="6939280" h="728979">
                  <a:moveTo>
                    <a:pt x="6938772" y="0"/>
                  </a:moveTo>
                  <a:lnTo>
                    <a:pt x="6862318" y="0"/>
                  </a:lnTo>
                  <a:lnTo>
                    <a:pt x="6862318" y="12700"/>
                  </a:lnTo>
                  <a:lnTo>
                    <a:pt x="6862318" y="26670"/>
                  </a:lnTo>
                  <a:lnTo>
                    <a:pt x="6862318" y="652780"/>
                  </a:lnTo>
                  <a:lnTo>
                    <a:pt x="25908" y="652780"/>
                  </a:lnTo>
                  <a:lnTo>
                    <a:pt x="12954" y="652780"/>
                  </a:lnTo>
                  <a:lnTo>
                    <a:pt x="0" y="652780"/>
                  </a:lnTo>
                  <a:lnTo>
                    <a:pt x="0" y="702310"/>
                  </a:lnTo>
                  <a:lnTo>
                    <a:pt x="0" y="728980"/>
                  </a:lnTo>
                  <a:lnTo>
                    <a:pt x="6938772" y="728980"/>
                  </a:lnTo>
                  <a:lnTo>
                    <a:pt x="6938772" y="702310"/>
                  </a:lnTo>
                  <a:lnTo>
                    <a:pt x="6938772" y="26670"/>
                  </a:lnTo>
                  <a:lnTo>
                    <a:pt x="69387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18409" y="2704337"/>
              <a:ext cx="6913245" cy="702945"/>
            </a:xfrm>
            <a:custGeom>
              <a:avLst/>
              <a:gdLst/>
              <a:ahLst/>
              <a:cxnLst/>
              <a:rect l="l" t="t" r="r" b="b"/>
              <a:pathLst>
                <a:path w="6913245" h="702945">
                  <a:moveTo>
                    <a:pt x="6912864" y="0"/>
                  </a:moveTo>
                  <a:lnTo>
                    <a:pt x="0" y="0"/>
                  </a:lnTo>
                  <a:lnTo>
                    <a:pt x="0" y="702563"/>
                  </a:lnTo>
                  <a:lnTo>
                    <a:pt x="6912864" y="702563"/>
                  </a:lnTo>
                  <a:lnTo>
                    <a:pt x="691286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18409" y="2704337"/>
              <a:ext cx="6913245" cy="702945"/>
            </a:xfrm>
            <a:custGeom>
              <a:avLst/>
              <a:gdLst/>
              <a:ahLst/>
              <a:cxnLst/>
              <a:rect l="l" t="t" r="r" b="b"/>
              <a:pathLst>
                <a:path w="6913245" h="702945">
                  <a:moveTo>
                    <a:pt x="0" y="702563"/>
                  </a:moveTo>
                  <a:lnTo>
                    <a:pt x="6912864" y="702563"/>
                  </a:lnTo>
                  <a:lnTo>
                    <a:pt x="6912864" y="0"/>
                  </a:lnTo>
                  <a:lnTo>
                    <a:pt x="0" y="0"/>
                  </a:lnTo>
                  <a:lnTo>
                    <a:pt x="0" y="70256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67678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USING</a:t>
            </a:r>
            <a:r>
              <a:rPr dirty="0" sz="2800" spc="-33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THE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CON</a:t>
            </a:r>
            <a:r>
              <a:rPr dirty="0" sz="2800" spc="55" b="0">
                <a:solidFill>
                  <a:srgbClr val="FFFFFF"/>
                </a:solidFill>
                <a:latin typeface="Gill Sans MT"/>
                <a:cs typeface="Gill Sans MT"/>
              </a:rPr>
              <a:t>C</a:t>
            </a:r>
            <a:r>
              <a:rPr dirty="0" sz="2800" spc="-290" b="0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TEN</a:t>
            </a:r>
            <a:r>
              <a:rPr dirty="0" sz="2800" spc="-285" b="0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TION</a:t>
            </a:r>
            <a:r>
              <a:rPr dirty="0" sz="2800" spc="-1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OPER</a:t>
            </a:r>
            <a:r>
              <a:rPr dirty="0" sz="2800" spc="-280" b="0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2800" spc="-185" b="0">
                <a:solidFill>
                  <a:srgbClr val="FFFFFF"/>
                </a:solidFill>
                <a:latin typeface="Gill Sans MT"/>
                <a:cs typeface="Gill Sans MT"/>
              </a:rPr>
              <a:t>T</a:t>
            </a: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OR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85742" y="2741167"/>
            <a:ext cx="4395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last_name||job_id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AS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"Employees"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4830" y="2741167"/>
            <a:ext cx="845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5742" y="3015488"/>
            <a:ext cx="1395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34534" y="2780538"/>
            <a:ext cx="289560" cy="269875"/>
          </a:xfrm>
          <a:custGeom>
            <a:avLst/>
            <a:gdLst/>
            <a:ahLst/>
            <a:cxnLst/>
            <a:rect l="l" t="t" r="r" b="b"/>
            <a:pathLst>
              <a:path w="289560" h="269875">
                <a:moveTo>
                  <a:pt x="0" y="269748"/>
                </a:moveTo>
                <a:lnTo>
                  <a:pt x="289560" y="269748"/>
                </a:lnTo>
                <a:lnTo>
                  <a:pt x="289560" y="0"/>
                </a:lnTo>
                <a:lnTo>
                  <a:pt x="0" y="0"/>
                </a:lnTo>
                <a:lnTo>
                  <a:pt x="0" y="269748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504694" y="542005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6696" y="5870528"/>
            <a:ext cx="952448" cy="95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LITERAL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CHARACTER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STRINGS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934199"/>
            <a:ext cx="7171690" cy="1818005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2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teral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har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cte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umbe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9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 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ate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lude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in the</a:t>
            </a:r>
            <a:r>
              <a:rPr dirty="0" sz="18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SELEC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T</a:t>
            </a:r>
            <a:r>
              <a:rPr dirty="0" sz="1800" spc="-60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14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literal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must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 enclosed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within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single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quotation</a:t>
            </a:r>
            <a:endParaRPr sz="18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marks.</a:t>
            </a:r>
            <a:endParaRPr sz="1800">
              <a:latin typeface="Gill Sans MT"/>
              <a:cs typeface="Gill Sans MT"/>
            </a:endParaRPr>
          </a:p>
          <a:p>
            <a:pPr marL="317500" marR="2682875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Each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string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output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once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each </a:t>
            </a:r>
            <a:r>
              <a:rPr dirty="0" sz="1800" spc="-48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row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returned.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453576" y="2107628"/>
            <a:ext cx="7023734" cy="1009015"/>
            <a:chOff x="2453576" y="2107628"/>
            <a:chExt cx="7023734" cy="1009015"/>
          </a:xfrm>
        </p:grpSpPr>
        <p:sp>
          <p:nvSpPr>
            <p:cNvPr id="4" name="object 4"/>
            <p:cNvSpPr/>
            <p:nvPr/>
          </p:nvSpPr>
          <p:spPr>
            <a:xfrm>
              <a:off x="2517140" y="2171699"/>
              <a:ext cx="6960234" cy="944880"/>
            </a:xfrm>
            <a:custGeom>
              <a:avLst/>
              <a:gdLst/>
              <a:ahLst/>
              <a:cxnLst/>
              <a:rect l="l" t="t" r="r" b="b"/>
              <a:pathLst>
                <a:path w="6960234" h="944880">
                  <a:moveTo>
                    <a:pt x="6960108" y="0"/>
                  </a:moveTo>
                  <a:lnTo>
                    <a:pt x="6883654" y="0"/>
                  </a:lnTo>
                  <a:lnTo>
                    <a:pt x="6883654" y="12700"/>
                  </a:lnTo>
                  <a:lnTo>
                    <a:pt x="6883654" y="25400"/>
                  </a:lnTo>
                  <a:lnTo>
                    <a:pt x="6883654" y="867410"/>
                  </a:lnTo>
                  <a:lnTo>
                    <a:pt x="25908" y="867410"/>
                  </a:lnTo>
                  <a:lnTo>
                    <a:pt x="12954" y="867410"/>
                  </a:lnTo>
                  <a:lnTo>
                    <a:pt x="0" y="867410"/>
                  </a:lnTo>
                  <a:lnTo>
                    <a:pt x="0" y="918210"/>
                  </a:lnTo>
                  <a:lnTo>
                    <a:pt x="0" y="944880"/>
                  </a:lnTo>
                  <a:lnTo>
                    <a:pt x="6960108" y="944880"/>
                  </a:lnTo>
                  <a:lnTo>
                    <a:pt x="6960108" y="918210"/>
                  </a:lnTo>
                  <a:lnTo>
                    <a:pt x="6960108" y="25400"/>
                  </a:lnTo>
                  <a:lnTo>
                    <a:pt x="69601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66594" y="2120646"/>
              <a:ext cx="6934200" cy="919480"/>
            </a:xfrm>
            <a:custGeom>
              <a:avLst/>
              <a:gdLst/>
              <a:ahLst/>
              <a:cxnLst/>
              <a:rect l="l" t="t" r="r" b="b"/>
              <a:pathLst>
                <a:path w="6934200" h="919480">
                  <a:moveTo>
                    <a:pt x="6934200" y="0"/>
                  </a:moveTo>
                  <a:lnTo>
                    <a:pt x="0" y="0"/>
                  </a:lnTo>
                  <a:lnTo>
                    <a:pt x="0" y="918972"/>
                  </a:lnTo>
                  <a:lnTo>
                    <a:pt x="6934200" y="918972"/>
                  </a:lnTo>
                  <a:lnTo>
                    <a:pt x="69342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66594" y="2120646"/>
              <a:ext cx="6934200" cy="919480"/>
            </a:xfrm>
            <a:custGeom>
              <a:avLst/>
              <a:gdLst/>
              <a:ahLst/>
              <a:cxnLst/>
              <a:rect l="l" t="t" r="r" b="b"/>
              <a:pathLst>
                <a:path w="6934200" h="919480">
                  <a:moveTo>
                    <a:pt x="0" y="918972"/>
                  </a:moveTo>
                  <a:lnTo>
                    <a:pt x="6934200" y="918972"/>
                  </a:lnTo>
                  <a:lnTo>
                    <a:pt x="6934200" y="0"/>
                  </a:lnTo>
                  <a:lnTo>
                    <a:pt x="0" y="0"/>
                  </a:lnTo>
                  <a:lnTo>
                    <a:pt x="0" y="9189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34895" y="912622"/>
            <a:ext cx="60731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USING</a:t>
            </a:r>
            <a:r>
              <a:rPr dirty="0" sz="2800" spc="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LITERAL</a:t>
            </a:r>
            <a:r>
              <a:rPr dirty="0" sz="2800" spc="-15" b="0">
                <a:solidFill>
                  <a:srgbClr val="FFFFFF"/>
                </a:solidFill>
                <a:latin typeface="Gill Sans MT"/>
                <a:cs typeface="Gill Sans MT"/>
              </a:rPr>
              <a:t> CHARACTER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STRINGS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6730" y="2161489"/>
            <a:ext cx="49383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634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	</a:t>
            </a:r>
            <a:r>
              <a:rPr dirty="0" sz="1800" spc="-5" b="1">
                <a:latin typeface="Courier New"/>
                <a:cs typeface="Courier New"/>
              </a:rPr>
              <a:t>||'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is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a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'||job_id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6730" y="2710688"/>
            <a:ext cx="5727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FR</a:t>
            </a:r>
            <a:r>
              <a:rPr dirty="0" sz="1800" spc="-15" b="1">
                <a:latin typeface="Courier New"/>
                <a:cs typeface="Courier New"/>
              </a:rPr>
              <a:t>O</a:t>
            </a:r>
            <a:r>
              <a:rPr dirty="0" sz="1800" b="1">
                <a:latin typeface="Courier New"/>
                <a:cs typeface="Courier New"/>
              </a:rPr>
              <a:t>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03628" y="2436367"/>
            <a:ext cx="28905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AS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"Employee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Details" </a:t>
            </a:r>
            <a:r>
              <a:rPr dirty="0" sz="1800" spc="-106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13426" y="2166366"/>
            <a:ext cx="1064260" cy="307975"/>
          </a:xfrm>
          <a:custGeom>
            <a:avLst/>
            <a:gdLst/>
            <a:ahLst/>
            <a:cxnLst/>
            <a:rect l="l" t="t" r="r" b="b"/>
            <a:pathLst>
              <a:path w="1064260" h="307975">
                <a:moveTo>
                  <a:pt x="0" y="307848"/>
                </a:moveTo>
                <a:lnTo>
                  <a:pt x="1063752" y="307848"/>
                </a:lnTo>
                <a:lnTo>
                  <a:pt x="1063752" y="0"/>
                </a:lnTo>
                <a:lnTo>
                  <a:pt x="0" y="0"/>
                </a:lnTo>
                <a:lnTo>
                  <a:pt x="0" y="307848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79294" y="5059171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5832" y="3255264"/>
            <a:ext cx="6934200" cy="19720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4880" y="5484956"/>
            <a:ext cx="952448" cy="954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DUPLICATE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ROWS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6245" y="1816100"/>
            <a:ext cx="4613910" cy="6445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00"/>
              </a:spcBef>
            </a:pP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 d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5" b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ault</a:t>
            </a:r>
            <a:r>
              <a:rPr dirty="0" sz="1800" spc="-10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disp</a:t>
            </a:r>
            <a:r>
              <a:rPr dirty="0" sz="1800" spc="5" b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1800" spc="-75" b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y of</a:t>
            </a:r>
            <a:r>
              <a:rPr dirty="0" sz="1800" spc="-15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queries</a:t>
            </a:r>
            <a:r>
              <a:rPr dirty="0" sz="1800" spc="5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all </a:t>
            </a:r>
            <a:r>
              <a:rPr dirty="0" sz="1800" spc="-55" b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10" b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ws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85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luding 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duplicate</a:t>
            </a:r>
            <a:r>
              <a:rPr dirty="0" sz="1800" spc="-15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0" b="0">
                <a:solidFill>
                  <a:srgbClr val="3C3C3C"/>
                </a:solidFill>
                <a:latin typeface="Gill Sans MT"/>
                <a:cs typeface="Gill Sans MT"/>
              </a:rPr>
              <a:t>rows.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42032" y="2540507"/>
            <a:ext cx="6997700" cy="791210"/>
            <a:chOff x="2542032" y="2540507"/>
            <a:chExt cx="6997700" cy="791210"/>
          </a:xfrm>
        </p:grpSpPr>
        <p:sp>
          <p:nvSpPr>
            <p:cNvPr id="5" name="object 5"/>
            <p:cNvSpPr/>
            <p:nvPr/>
          </p:nvSpPr>
          <p:spPr>
            <a:xfrm>
              <a:off x="2605532" y="2603499"/>
              <a:ext cx="6934200" cy="727710"/>
            </a:xfrm>
            <a:custGeom>
              <a:avLst/>
              <a:gdLst/>
              <a:ahLst/>
              <a:cxnLst/>
              <a:rect l="l" t="t" r="r" b="b"/>
              <a:pathLst>
                <a:path w="6934200" h="727710">
                  <a:moveTo>
                    <a:pt x="6934200" y="0"/>
                  </a:moveTo>
                  <a:lnTo>
                    <a:pt x="6857746" y="0"/>
                  </a:lnTo>
                  <a:lnTo>
                    <a:pt x="6857746" y="13970"/>
                  </a:lnTo>
                  <a:lnTo>
                    <a:pt x="6857746" y="26670"/>
                  </a:lnTo>
                  <a:lnTo>
                    <a:pt x="6857746" y="651510"/>
                  </a:lnTo>
                  <a:lnTo>
                    <a:pt x="12954" y="651510"/>
                  </a:lnTo>
                  <a:lnTo>
                    <a:pt x="12954" y="701040"/>
                  </a:lnTo>
                  <a:lnTo>
                    <a:pt x="0" y="701040"/>
                  </a:lnTo>
                  <a:lnTo>
                    <a:pt x="0" y="727710"/>
                  </a:lnTo>
                  <a:lnTo>
                    <a:pt x="6934200" y="727710"/>
                  </a:lnTo>
                  <a:lnTo>
                    <a:pt x="6934200" y="701040"/>
                  </a:lnTo>
                  <a:lnTo>
                    <a:pt x="6934200" y="26670"/>
                  </a:lnTo>
                  <a:lnTo>
                    <a:pt x="6934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54986" y="2553461"/>
              <a:ext cx="6908800" cy="701040"/>
            </a:xfrm>
            <a:custGeom>
              <a:avLst/>
              <a:gdLst/>
              <a:ahLst/>
              <a:cxnLst/>
              <a:rect l="l" t="t" r="r" b="b"/>
              <a:pathLst>
                <a:path w="6908800" h="701039">
                  <a:moveTo>
                    <a:pt x="6908292" y="0"/>
                  </a:moveTo>
                  <a:lnTo>
                    <a:pt x="0" y="0"/>
                  </a:lnTo>
                  <a:lnTo>
                    <a:pt x="0" y="701039"/>
                  </a:lnTo>
                  <a:lnTo>
                    <a:pt x="6908292" y="701039"/>
                  </a:lnTo>
                  <a:lnTo>
                    <a:pt x="690829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54986" y="2553461"/>
              <a:ext cx="6908800" cy="701040"/>
            </a:xfrm>
            <a:custGeom>
              <a:avLst/>
              <a:gdLst/>
              <a:ahLst/>
              <a:cxnLst/>
              <a:rect l="l" t="t" r="r" b="b"/>
              <a:pathLst>
                <a:path w="6908800" h="701039">
                  <a:moveTo>
                    <a:pt x="0" y="701039"/>
                  </a:moveTo>
                  <a:lnTo>
                    <a:pt x="6908292" y="701039"/>
                  </a:lnTo>
                  <a:lnTo>
                    <a:pt x="6908292" y="0"/>
                  </a:lnTo>
                  <a:lnTo>
                    <a:pt x="0" y="0"/>
                  </a:lnTo>
                  <a:lnTo>
                    <a:pt x="0" y="70103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605532" y="3255009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5" h="49529">
                <a:moveTo>
                  <a:pt x="0" y="49529"/>
                </a:moveTo>
                <a:lnTo>
                  <a:pt x="25907" y="49529"/>
                </a:lnTo>
                <a:lnTo>
                  <a:pt x="25907" y="0"/>
                </a:lnTo>
                <a:lnTo>
                  <a:pt x="0" y="0"/>
                </a:lnTo>
                <a:lnTo>
                  <a:pt x="0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33852" y="2589657"/>
            <a:ext cx="27628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70915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department_id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FROM	</a:t>
            </a:r>
            <a:r>
              <a:rPr dirty="0" sz="1800" spc="-10" b="1"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5494" y="5478271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4223" y="3476244"/>
            <a:ext cx="6943344" cy="219151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3272" y="5904056"/>
            <a:ext cx="952448" cy="954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447544" y="2566416"/>
            <a:ext cx="7026909" cy="790575"/>
            <a:chOff x="2447544" y="2566416"/>
            <a:chExt cx="7026909" cy="790575"/>
          </a:xfrm>
        </p:grpSpPr>
        <p:sp>
          <p:nvSpPr>
            <p:cNvPr id="4" name="object 4"/>
            <p:cNvSpPr/>
            <p:nvPr/>
          </p:nvSpPr>
          <p:spPr>
            <a:xfrm>
              <a:off x="2511044" y="2630169"/>
              <a:ext cx="6963409" cy="726440"/>
            </a:xfrm>
            <a:custGeom>
              <a:avLst/>
              <a:gdLst/>
              <a:ahLst/>
              <a:cxnLst/>
              <a:rect l="l" t="t" r="r" b="b"/>
              <a:pathLst>
                <a:path w="6963409" h="726439">
                  <a:moveTo>
                    <a:pt x="6963156" y="0"/>
                  </a:moveTo>
                  <a:lnTo>
                    <a:pt x="6886702" y="0"/>
                  </a:lnTo>
                  <a:lnTo>
                    <a:pt x="6886702" y="12700"/>
                  </a:lnTo>
                  <a:lnTo>
                    <a:pt x="6886702" y="25400"/>
                  </a:lnTo>
                  <a:lnTo>
                    <a:pt x="6886702" y="650240"/>
                  </a:lnTo>
                  <a:lnTo>
                    <a:pt x="25908" y="650240"/>
                  </a:lnTo>
                  <a:lnTo>
                    <a:pt x="12954" y="650240"/>
                  </a:lnTo>
                  <a:lnTo>
                    <a:pt x="0" y="650240"/>
                  </a:lnTo>
                  <a:lnTo>
                    <a:pt x="0" y="701040"/>
                  </a:lnTo>
                  <a:lnTo>
                    <a:pt x="0" y="726440"/>
                  </a:lnTo>
                  <a:lnTo>
                    <a:pt x="6963156" y="726440"/>
                  </a:lnTo>
                  <a:lnTo>
                    <a:pt x="6963156" y="701040"/>
                  </a:lnTo>
                  <a:lnTo>
                    <a:pt x="6963156" y="25400"/>
                  </a:lnTo>
                  <a:lnTo>
                    <a:pt x="69631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60498" y="2579370"/>
              <a:ext cx="6937375" cy="701040"/>
            </a:xfrm>
            <a:custGeom>
              <a:avLst/>
              <a:gdLst/>
              <a:ahLst/>
              <a:cxnLst/>
              <a:rect l="l" t="t" r="r" b="b"/>
              <a:pathLst>
                <a:path w="6937375" h="701039">
                  <a:moveTo>
                    <a:pt x="6937248" y="0"/>
                  </a:moveTo>
                  <a:lnTo>
                    <a:pt x="0" y="0"/>
                  </a:lnTo>
                  <a:lnTo>
                    <a:pt x="0" y="701039"/>
                  </a:lnTo>
                  <a:lnTo>
                    <a:pt x="6937248" y="701039"/>
                  </a:lnTo>
                  <a:lnTo>
                    <a:pt x="693724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60498" y="2579370"/>
              <a:ext cx="6937375" cy="701040"/>
            </a:xfrm>
            <a:custGeom>
              <a:avLst/>
              <a:gdLst/>
              <a:ahLst/>
              <a:cxnLst/>
              <a:rect l="l" t="t" r="r" b="b"/>
              <a:pathLst>
                <a:path w="6937375" h="701039">
                  <a:moveTo>
                    <a:pt x="0" y="701039"/>
                  </a:moveTo>
                  <a:lnTo>
                    <a:pt x="6937248" y="701039"/>
                  </a:lnTo>
                  <a:lnTo>
                    <a:pt x="6937248" y="0"/>
                  </a:lnTo>
                  <a:lnTo>
                    <a:pt x="0" y="0"/>
                  </a:lnTo>
                  <a:lnTo>
                    <a:pt x="0" y="70103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68372" y="1138173"/>
            <a:ext cx="51758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solidFill>
                  <a:srgbClr val="FFFFFF"/>
                </a:solidFill>
                <a:latin typeface="Gill Sans MT"/>
                <a:cs typeface="Gill Sans MT"/>
              </a:rPr>
              <a:t>ELIMINATING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30" b="0">
                <a:solidFill>
                  <a:srgbClr val="FFFFFF"/>
                </a:solidFill>
                <a:latin typeface="Gill Sans MT"/>
                <a:cs typeface="Gill Sans MT"/>
              </a:rPr>
              <a:t>DUPLICATE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75" b="0">
                <a:solidFill>
                  <a:srgbClr val="FFFFFF"/>
                </a:solidFill>
                <a:latin typeface="Gill Sans MT"/>
                <a:cs typeface="Gill Sans MT"/>
              </a:rPr>
              <a:t>ROWS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4054" y="1803907"/>
            <a:ext cx="6456045" cy="678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575"/>
              </a:lnSpc>
              <a:spcBef>
                <a:spcPts val="95"/>
              </a:spcBef>
            </a:pPr>
            <a:r>
              <a:rPr dirty="0" sz="2200" spc="-5" b="1">
                <a:latin typeface="Arial"/>
                <a:cs typeface="Arial"/>
              </a:rPr>
              <a:t>Eliminate</a:t>
            </a:r>
            <a:r>
              <a:rPr dirty="0" sz="2200" spc="1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duplicate</a:t>
            </a:r>
            <a:r>
              <a:rPr dirty="0" sz="2200" spc="3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rows</a:t>
            </a:r>
            <a:r>
              <a:rPr dirty="0" sz="2200" spc="-10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by</a:t>
            </a:r>
            <a:r>
              <a:rPr dirty="0" sz="2200" spc="1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using</a:t>
            </a:r>
            <a:r>
              <a:rPr dirty="0" sz="2200" spc="10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the</a:t>
            </a:r>
            <a:r>
              <a:rPr dirty="0" sz="2200" spc="65" b="1">
                <a:latin typeface="Arial"/>
                <a:cs typeface="Arial"/>
              </a:rPr>
              <a:t> </a:t>
            </a:r>
            <a:r>
              <a:rPr dirty="0" sz="2200" spc="-5" b="1">
                <a:latin typeface="Courier New"/>
                <a:cs typeface="Courier New"/>
              </a:rPr>
              <a:t>DISTINCT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ts val="2575"/>
              </a:lnSpc>
            </a:pPr>
            <a:r>
              <a:rPr dirty="0" sz="2200" spc="-5" b="1">
                <a:latin typeface="Arial"/>
                <a:cs typeface="Arial"/>
              </a:rPr>
              <a:t>ke</a:t>
            </a:r>
            <a:r>
              <a:rPr dirty="0" sz="2200" spc="-25" b="1">
                <a:latin typeface="Arial"/>
                <a:cs typeface="Arial"/>
              </a:rPr>
              <a:t>y</a:t>
            </a:r>
            <a:r>
              <a:rPr dirty="0" sz="2200" spc="10" b="1">
                <a:latin typeface="Arial"/>
                <a:cs typeface="Arial"/>
              </a:rPr>
              <a:t>w</a:t>
            </a:r>
            <a:r>
              <a:rPr dirty="0" sz="2200" spc="-5" b="1">
                <a:latin typeface="Arial"/>
                <a:cs typeface="Arial"/>
              </a:rPr>
              <a:t>ord</a:t>
            </a:r>
            <a:r>
              <a:rPr dirty="0" sz="2200" spc="2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in</a:t>
            </a:r>
            <a:r>
              <a:rPr dirty="0" sz="2200" spc="-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t</a:t>
            </a:r>
            <a:r>
              <a:rPr dirty="0" sz="2200" b="1">
                <a:latin typeface="Arial"/>
                <a:cs typeface="Arial"/>
              </a:rPr>
              <a:t>h</a:t>
            </a:r>
            <a:r>
              <a:rPr dirty="0" sz="2200" spc="-5" b="1">
                <a:latin typeface="Arial"/>
                <a:cs typeface="Arial"/>
              </a:rPr>
              <a:t>e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spc="-5" b="1">
                <a:latin typeface="Courier New"/>
                <a:cs typeface="Courier New"/>
              </a:rPr>
              <a:t>SELECT</a:t>
            </a:r>
            <a:r>
              <a:rPr dirty="0" sz="2200" spc="-685" b="1">
                <a:latin typeface="Courier New"/>
                <a:cs typeface="Courier New"/>
              </a:rPr>
              <a:t> </a:t>
            </a:r>
            <a:r>
              <a:rPr dirty="0" sz="2200" spc="-5" b="1">
                <a:latin typeface="Arial"/>
                <a:cs typeface="Arial"/>
              </a:rPr>
              <a:t>claus</a:t>
            </a:r>
            <a:r>
              <a:rPr dirty="0" sz="2200" b="1">
                <a:latin typeface="Arial"/>
                <a:cs typeface="Arial"/>
              </a:rPr>
              <a:t>e</a:t>
            </a:r>
            <a:r>
              <a:rPr dirty="0" sz="2200" spc="-5" b="1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0241" y="2635757"/>
            <a:ext cx="1228725" cy="28384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3975">
              <a:lnSpc>
                <a:spcPts val="2095"/>
              </a:lnSpc>
            </a:pPr>
            <a:r>
              <a:rPr dirty="0" sz="1800" spc="-10" b="1">
                <a:latin typeface="Courier New"/>
                <a:cs typeface="Courier New"/>
              </a:rPr>
              <a:t>DISTINCT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5207" y="2614929"/>
            <a:ext cx="39839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583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	department_id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02693" y="2888945"/>
            <a:ext cx="13900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m</a:t>
            </a:r>
            <a:r>
              <a:rPr dirty="0" sz="1800" spc="-15" b="1">
                <a:latin typeface="Courier New"/>
                <a:cs typeface="Courier New"/>
              </a:rPr>
              <a:t>pl</a:t>
            </a:r>
            <a:r>
              <a:rPr dirty="0" sz="1800" spc="-5" b="1">
                <a:latin typeface="Courier New"/>
                <a:cs typeface="Courier New"/>
              </a:rPr>
              <a:t>oy</a:t>
            </a:r>
            <a:r>
              <a:rPr dirty="0" sz="1800" spc="-20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s</a:t>
            </a:r>
            <a:r>
              <a:rPr dirty="0" sz="1800" b="1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9735" y="3429000"/>
            <a:ext cx="6961631" cy="21656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8372" y="1139698"/>
            <a:ext cx="56845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SQL</a:t>
            </a:r>
            <a:r>
              <a:rPr dirty="0" sz="2800" spc="-27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AND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SQL*PLUS</a:t>
            </a:r>
            <a:r>
              <a:rPr dirty="0" sz="2800" spc="1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INTE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R</a:t>
            </a:r>
            <a:r>
              <a:rPr dirty="0" sz="2800" spc="-120" b="0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CTION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7033" y="1838959"/>
            <a:ext cx="1758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SQL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statements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5843" y="2147316"/>
            <a:ext cx="1703831" cy="137464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433573" y="2078482"/>
            <a:ext cx="5415915" cy="1819910"/>
            <a:chOff x="2433573" y="2078482"/>
            <a:chExt cx="5415915" cy="1819910"/>
          </a:xfrm>
        </p:grpSpPr>
        <p:sp>
          <p:nvSpPr>
            <p:cNvPr id="7" name="object 7"/>
            <p:cNvSpPr/>
            <p:nvPr/>
          </p:nvSpPr>
          <p:spPr>
            <a:xfrm>
              <a:off x="4191761" y="2287524"/>
              <a:ext cx="3657600" cy="151130"/>
            </a:xfrm>
            <a:custGeom>
              <a:avLst/>
              <a:gdLst/>
              <a:ahLst/>
              <a:cxnLst/>
              <a:rect l="l" t="t" r="r" b="b"/>
              <a:pathLst>
                <a:path w="3657600" h="151130">
                  <a:moveTo>
                    <a:pt x="3506723" y="75437"/>
                  </a:moveTo>
                  <a:lnTo>
                    <a:pt x="3406140" y="150875"/>
                  </a:lnTo>
                  <a:lnTo>
                    <a:pt x="3573779" y="100584"/>
                  </a:lnTo>
                  <a:lnTo>
                    <a:pt x="3506723" y="100584"/>
                  </a:lnTo>
                  <a:lnTo>
                    <a:pt x="3506723" y="75437"/>
                  </a:lnTo>
                  <a:close/>
                </a:path>
                <a:path w="3657600" h="151130">
                  <a:moveTo>
                    <a:pt x="3473195" y="50291"/>
                  </a:moveTo>
                  <a:lnTo>
                    <a:pt x="0" y="50291"/>
                  </a:lnTo>
                  <a:lnTo>
                    <a:pt x="0" y="100584"/>
                  </a:lnTo>
                  <a:lnTo>
                    <a:pt x="3473195" y="100584"/>
                  </a:lnTo>
                  <a:lnTo>
                    <a:pt x="3506723" y="75437"/>
                  </a:lnTo>
                  <a:lnTo>
                    <a:pt x="3473195" y="50291"/>
                  </a:lnTo>
                  <a:close/>
                </a:path>
                <a:path w="3657600" h="151130">
                  <a:moveTo>
                    <a:pt x="3573779" y="50291"/>
                  </a:moveTo>
                  <a:lnTo>
                    <a:pt x="3506723" y="50291"/>
                  </a:lnTo>
                  <a:lnTo>
                    <a:pt x="3506723" y="100584"/>
                  </a:lnTo>
                  <a:lnTo>
                    <a:pt x="3573779" y="100584"/>
                  </a:lnTo>
                  <a:lnTo>
                    <a:pt x="3657599" y="75437"/>
                  </a:lnTo>
                  <a:lnTo>
                    <a:pt x="3573779" y="50291"/>
                  </a:lnTo>
                  <a:close/>
                </a:path>
                <a:path w="3657600" h="151130">
                  <a:moveTo>
                    <a:pt x="3406140" y="0"/>
                  </a:moveTo>
                  <a:lnTo>
                    <a:pt x="3506723" y="75437"/>
                  </a:lnTo>
                  <a:lnTo>
                    <a:pt x="3506723" y="50291"/>
                  </a:lnTo>
                  <a:lnTo>
                    <a:pt x="3573779" y="50291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39923" y="2084832"/>
              <a:ext cx="1762125" cy="273050"/>
            </a:xfrm>
            <a:custGeom>
              <a:avLst/>
              <a:gdLst/>
              <a:ahLst/>
              <a:cxnLst/>
              <a:rect l="l" t="t" r="r" b="b"/>
              <a:pathLst>
                <a:path w="1762125" h="273050">
                  <a:moveTo>
                    <a:pt x="0" y="272796"/>
                  </a:moveTo>
                  <a:lnTo>
                    <a:pt x="1761744" y="272796"/>
                  </a:lnTo>
                  <a:lnTo>
                    <a:pt x="1761744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76955" y="3310128"/>
              <a:ext cx="2660015" cy="588645"/>
            </a:xfrm>
            <a:custGeom>
              <a:avLst/>
              <a:gdLst/>
              <a:ahLst/>
              <a:cxnLst/>
              <a:rect l="l" t="t" r="r" b="b"/>
              <a:pathLst>
                <a:path w="2660015" h="588645">
                  <a:moveTo>
                    <a:pt x="2408555" y="437388"/>
                  </a:moveTo>
                  <a:lnTo>
                    <a:pt x="2509139" y="512826"/>
                  </a:lnTo>
                  <a:lnTo>
                    <a:pt x="2408555" y="588264"/>
                  </a:lnTo>
                  <a:lnTo>
                    <a:pt x="2576195" y="537972"/>
                  </a:lnTo>
                  <a:lnTo>
                    <a:pt x="2509266" y="537972"/>
                  </a:lnTo>
                  <a:lnTo>
                    <a:pt x="2519035" y="535989"/>
                  </a:lnTo>
                  <a:lnTo>
                    <a:pt x="2527030" y="530590"/>
                  </a:lnTo>
                  <a:lnTo>
                    <a:pt x="2532429" y="522595"/>
                  </a:lnTo>
                  <a:lnTo>
                    <a:pt x="2534411" y="512826"/>
                  </a:lnTo>
                  <a:lnTo>
                    <a:pt x="2532429" y="503003"/>
                  </a:lnTo>
                  <a:lnTo>
                    <a:pt x="2527030" y="495014"/>
                  </a:lnTo>
                  <a:lnTo>
                    <a:pt x="2519035" y="489644"/>
                  </a:lnTo>
                  <a:lnTo>
                    <a:pt x="2509266" y="487680"/>
                  </a:lnTo>
                  <a:lnTo>
                    <a:pt x="2576194" y="487680"/>
                  </a:lnTo>
                  <a:lnTo>
                    <a:pt x="2408555" y="437388"/>
                  </a:lnTo>
                  <a:close/>
                </a:path>
                <a:path w="2660015" h="588645">
                  <a:moveTo>
                    <a:pt x="25145" y="0"/>
                  </a:moveTo>
                  <a:lnTo>
                    <a:pt x="15376" y="1982"/>
                  </a:lnTo>
                  <a:lnTo>
                    <a:pt x="7381" y="7381"/>
                  </a:lnTo>
                  <a:lnTo>
                    <a:pt x="1982" y="15376"/>
                  </a:lnTo>
                  <a:lnTo>
                    <a:pt x="0" y="25146"/>
                  </a:lnTo>
                  <a:lnTo>
                    <a:pt x="0" y="512826"/>
                  </a:lnTo>
                  <a:lnTo>
                    <a:pt x="1982" y="522595"/>
                  </a:lnTo>
                  <a:lnTo>
                    <a:pt x="7381" y="530590"/>
                  </a:lnTo>
                  <a:lnTo>
                    <a:pt x="15376" y="535989"/>
                  </a:lnTo>
                  <a:lnTo>
                    <a:pt x="25145" y="537972"/>
                  </a:lnTo>
                  <a:lnTo>
                    <a:pt x="2475611" y="537972"/>
                  </a:lnTo>
                  <a:lnTo>
                    <a:pt x="2509139" y="512826"/>
                  </a:lnTo>
                  <a:lnTo>
                    <a:pt x="50292" y="512826"/>
                  </a:lnTo>
                  <a:lnTo>
                    <a:pt x="25145" y="487680"/>
                  </a:lnTo>
                  <a:lnTo>
                    <a:pt x="50292" y="487680"/>
                  </a:lnTo>
                  <a:lnTo>
                    <a:pt x="50292" y="25146"/>
                  </a:lnTo>
                  <a:lnTo>
                    <a:pt x="48309" y="15376"/>
                  </a:lnTo>
                  <a:lnTo>
                    <a:pt x="42910" y="7381"/>
                  </a:lnTo>
                  <a:lnTo>
                    <a:pt x="34915" y="1982"/>
                  </a:lnTo>
                  <a:lnTo>
                    <a:pt x="25145" y="0"/>
                  </a:lnTo>
                  <a:close/>
                </a:path>
                <a:path w="2660015" h="588645">
                  <a:moveTo>
                    <a:pt x="2576194" y="487680"/>
                  </a:moveTo>
                  <a:lnTo>
                    <a:pt x="2509266" y="487680"/>
                  </a:lnTo>
                  <a:lnTo>
                    <a:pt x="2519035" y="489644"/>
                  </a:lnTo>
                  <a:lnTo>
                    <a:pt x="2527030" y="495014"/>
                  </a:lnTo>
                  <a:lnTo>
                    <a:pt x="2532429" y="503003"/>
                  </a:lnTo>
                  <a:lnTo>
                    <a:pt x="2534411" y="512826"/>
                  </a:lnTo>
                  <a:lnTo>
                    <a:pt x="2532429" y="522595"/>
                  </a:lnTo>
                  <a:lnTo>
                    <a:pt x="2527030" y="530590"/>
                  </a:lnTo>
                  <a:lnTo>
                    <a:pt x="2519035" y="535989"/>
                  </a:lnTo>
                  <a:lnTo>
                    <a:pt x="2509266" y="537972"/>
                  </a:lnTo>
                  <a:lnTo>
                    <a:pt x="2576195" y="537972"/>
                  </a:lnTo>
                  <a:lnTo>
                    <a:pt x="2660015" y="512826"/>
                  </a:lnTo>
                  <a:lnTo>
                    <a:pt x="2576194" y="487680"/>
                  </a:lnTo>
                  <a:close/>
                </a:path>
                <a:path w="2660015" h="588645">
                  <a:moveTo>
                    <a:pt x="50292" y="487680"/>
                  </a:moveTo>
                  <a:lnTo>
                    <a:pt x="25145" y="487680"/>
                  </a:lnTo>
                  <a:lnTo>
                    <a:pt x="50292" y="512826"/>
                  </a:lnTo>
                  <a:lnTo>
                    <a:pt x="50292" y="487680"/>
                  </a:lnTo>
                  <a:close/>
                </a:path>
                <a:path w="2660015" h="588645">
                  <a:moveTo>
                    <a:pt x="2475610" y="487680"/>
                  </a:moveTo>
                  <a:lnTo>
                    <a:pt x="50292" y="487680"/>
                  </a:lnTo>
                  <a:lnTo>
                    <a:pt x="50292" y="512826"/>
                  </a:lnTo>
                  <a:lnTo>
                    <a:pt x="2509139" y="512826"/>
                  </a:lnTo>
                  <a:lnTo>
                    <a:pt x="2475610" y="48768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39923" y="2357628"/>
              <a:ext cx="1762125" cy="1049020"/>
            </a:xfrm>
            <a:custGeom>
              <a:avLst/>
              <a:gdLst/>
              <a:ahLst/>
              <a:cxnLst/>
              <a:rect l="l" t="t" r="r" b="b"/>
              <a:pathLst>
                <a:path w="1762125" h="1049020">
                  <a:moveTo>
                    <a:pt x="0" y="1048512"/>
                  </a:moveTo>
                  <a:lnTo>
                    <a:pt x="1761744" y="1048512"/>
                  </a:lnTo>
                  <a:lnTo>
                    <a:pt x="1761744" y="0"/>
                  </a:lnTo>
                  <a:lnTo>
                    <a:pt x="0" y="0"/>
                  </a:lnTo>
                  <a:lnTo>
                    <a:pt x="0" y="1048512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39923" y="2084832"/>
              <a:ext cx="1762125" cy="1321435"/>
            </a:xfrm>
            <a:custGeom>
              <a:avLst/>
              <a:gdLst/>
              <a:ahLst/>
              <a:cxnLst/>
              <a:rect l="l" t="t" r="r" b="b"/>
              <a:pathLst>
                <a:path w="1762125" h="1321435">
                  <a:moveTo>
                    <a:pt x="0" y="1321308"/>
                  </a:moveTo>
                  <a:lnTo>
                    <a:pt x="1761744" y="1321308"/>
                  </a:lnTo>
                  <a:lnTo>
                    <a:pt x="1761744" y="0"/>
                  </a:lnTo>
                  <a:lnTo>
                    <a:pt x="0" y="0"/>
                  </a:lnTo>
                  <a:lnTo>
                    <a:pt x="0" y="132130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9839" y="2281428"/>
              <a:ext cx="1605534" cy="6774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9171" y="2647188"/>
              <a:ext cx="1625346" cy="67741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371713" y="2162048"/>
            <a:ext cx="77533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" b="1">
                <a:latin typeface="Arial"/>
                <a:cs typeface="Arial"/>
              </a:rPr>
              <a:t>Oracle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86953" y="2393391"/>
            <a:ext cx="74549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" b="1">
                <a:latin typeface="Arial"/>
                <a:cs typeface="Arial"/>
              </a:rPr>
              <a:t>ser</a:t>
            </a:r>
            <a:r>
              <a:rPr dirty="0" sz="1900" spc="-45" b="1">
                <a:latin typeface="Arial"/>
                <a:cs typeface="Arial"/>
              </a:rPr>
              <a:t>v</a:t>
            </a:r>
            <a:r>
              <a:rPr dirty="0" sz="1900" spc="-5" b="1">
                <a:latin typeface="Arial"/>
                <a:cs typeface="Arial"/>
              </a:rPr>
              <a:t>er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69223" y="2782823"/>
            <a:ext cx="996315" cy="627380"/>
            <a:chOff x="8269223" y="2782823"/>
            <a:chExt cx="996315" cy="627380"/>
          </a:xfrm>
        </p:grpSpPr>
        <p:sp>
          <p:nvSpPr>
            <p:cNvPr id="17" name="object 17"/>
            <p:cNvSpPr/>
            <p:nvPr/>
          </p:nvSpPr>
          <p:spPr>
            <a:xfrm>
              <a:off x="8296148" y="280822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19">
                  <a:moveTo>
                    <a:pt x="283464" y="0"/>
                  </a:moveTo>
                  <a:lnTo>
                    <a:pt x="0" y="0"/>
                  </a:lnTo>
                  <a:lnTo>
                    <a:pt x="0" y="13462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1346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66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270747" y="278282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19">
                  <a:moveTo>
                    <a:pt x="283464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640572" y="280822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19">
                  <a:moveTo>
                    <a:pt x="283464" y="0"/>
                  </a:moveTo>
                  <a:lnTo>
                    <a:pt x="0" y="0"/>
                  </a:lnTo>
                  <a:lnTo>
                    <a:pt x="0" y="13462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1346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66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615171" y="278282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19">
                  <a:moveTo>
                    <a:pt x="283464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981948" y="280822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19">
                  <a:moveTo>
                    <a:pt x="283464" y="0"/>
                  </a:moveTo>
                  <a:lnTo>
                    <a:pt x="0" y="0"/>
                  </a:lnTo>
                  <a:lnTo>
                    <a:pt x="0" y="13462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1346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66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956547" y="278282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19">
                  <a:moveTo>
                    <a:pt x="283464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294624" y="3032251"/>
              <a:ext cx="281940" cy="160020"/>
            </a:xfrm>
            <a:custGeom>
              <a:avLst/>
              <a:gdLst/>
              <a:ahLst/>
              <a:cxnLst/>
              <a:rect l="l" t="t" r="r" b="b"/>
              <a:pathLst>
                <a:path w="281940" h="160019">
                  <a:moveTo>
                    <a:pt x="281940" y="0"/>
                  </a:moveTo>
                  <a:lnTo>
                    <a:pt x="0" y="0"/>
                  </a:lnTo>
                  <a:lnTo>
                    <a:pt x="0" y="134620"/>
                  </a:lnTo>
                  <a:lnTo>
                    <a:pt x="0" y="160020"/>
                  </a:lnTo>
                  <a:lnTo>
                    <a:pt x="281940" y="160020"/>
                  </a:lnTo>
                  <a:lnTo>
                    <a:pt x="281940" y="134620"/>
                  </a:lnTo>
                  <a:lnTo>
                    <a:pt x="281940" y="0"/>
                  </a:lnTo>
                  <a:close/>
                </a:path>
              </a:pathLst>
            </a:custGeom>
            <a:solidFill>
              <a:srgbClr val="66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269223" y="3006851"/>
              <a:ext cx="281940" cy="160020"/>
            </a:xfrm>
            <a:custGeom>
              <a:avLst/>
              <a:gdLst/>
              <a:ahLst/>
              <a:cxnLst/>
              <a:rect l="l" t="t" r="r" b="b"/>
              <a:pathLst>
                <a:path w="281940" h="160019">
                  <a:moveTo>
                    <a:pt x="28194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81940" y="160020"/>
                  </a:lnTo>
                  <a:lnTo>
                    <a:pt x="281940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39048" y="3032251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19">
                  <a:moveTo>
                    <a:pt x="283464" y="0"/>
                  </a:moveTo>
                  <a:lnTo>
                    <a:pt x="0" y="0"/>
                  </a:lnTo>
                  <a:lnTo>
                    <a:pt x="0" y="13462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1346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66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613647" y="3006851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19">
                  <a:moveTo>
                    <a:pt x="283464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980424" y="3032251"/>
              <a:ext cx="281940" cy="160020"/>
            </a:xfrm>
            <a:custGeom>
              <a:avLst/>
              <a:gdLst/>
              <a:ahLst/>
              <a:cxnLst/>
              <a:rect l="l" t="t" r="r" b="b"/>
              <a:pathLst>
                <a:path w="281940" h="160019">
                  <a:moveTo>
                    <a:pt x="281940" y="0"/>
                  </a:moveTo>
                  <a:lnTo>
                    <a:pt x="0" y="0"/>
                  </a:lnTo>
                  <a:lnTo>
                    <a:pt x="0" y="134620"/>
                  </a:lnTo>
                  <a:lnTo>
                    <a:pt x="0" y="160020"/>
                  </a:lnTo>
                  <a:lnTo>
                    <a:pt x="281940" y="160020"/>
                  </a:lnTo>
                  <a:lnTo>
                    <a:pt x="281940" y="134620"/>
                  </a:lnTo>
                  <a:lnTo>
                    <a:pt x="281940" y="0"/>
                  </a:lnTo>
                  <a:close/>
                </a:path>
              </a:pathLst>
            </a:custGeom>
            <a:solidFill>
              <a:srgbClr val="66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955023" y="3006851"/>
              <a:ext cx="281940" cy="160020"/>
            </a:xfrm>
            <a:custGeom>
              <a:avLst/>
              <a:gdLst/>
              <a:ahLst/>
              <a:cxnLst/>
              <a:rect l="l" t="t" r="r" b="b"/>
              <a:pathLst>
                <a:path w="281940" h="160019">
                  <a:moveTo>
                    <a:pt x="281940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81940" y="160020"/>
                  </a:lnTo>
                  <a:lnTo>
                    <a:pt x="281940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296148" y="325018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20">
                  <a:moveTo>
                    <a:pt x="283464" y="0"/>
                  </a:moveTo>
                  <a:lnTo>
                    <a:pt x="0" y="0"/>
                  </a:lnTo>
                  <a:lnTo>
                    <a:pt x="0" y="13462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1346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66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270747" y="322478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20">
                  <a:moveTo>
                    <a:pt x="283464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640572" y="325018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20">
                  <a:moveTo>
                    <a:pt x="283464" y="0"/>
                  </a:moveTo>
                  <a:lnTo>
                    <a:pt x="0" y="0"/>
                  </a:lnTo>
                  <a:lnTo>
                    <a:pt x="0" y="13462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1346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66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615171" y="322478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20">
                  <a:moveTo>
                    <a:pt x="283464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981948" y="325018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20">
                  <a:moveTo>
                    <a:pt x="283464" y="0"/>
                  </a:moveTo>
                  <a:lnTo>
                    <a:pt x="0" y="0"/>
                  </a:lnTo>
                  <a:lnTo>
                    <a:pt x="0" y="13462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1346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66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956547" y="3224783"/>
              <a:ext cx="283845" cy="160020"/>
            </a:xfrm>
            <a:custGeom>
              <a:avLst/>
              <a:gdLst/>
              <a:ahLst/>
              <a:cxnLst/>
              <a:rect l="l" t="t" r="r" b="b"/>
              <a:pathLst>
                <a:path w="283845" h="160020">
                  <a:moveTo>
                    <a:pt x="283464" y="0"/>
                  </a:moveTo>
                  <a:lnTo>
                    <a:pt x="0" y="0"/>
                  </a:lnTo>
                  <a:lnTo>
                    <a:pt x="0" y="160020"/>
                  </a:lnTo>
                  <a:lnTo>
                    <a:pt x="283464" y="160020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1859" y="3966791"/>
            <a:ext cx="1476123" cy="24194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6993381" y="3895725"/>
            <a:ext cx="1497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Query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results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525006" y="3537203"/>
            <a:ext cx="2240915" cy="342900"/>
          </a:xfrm>
          <a:custGeom>
            <a:avLst/>
            <a:gdLst/>
            <a:ahLst/>
            <a:cxnLst/>
            <a:rect l="l" t="t" r="r" b="b"/>
            <a:pathLst>
              <a:path w="2240915" h="342900">
                <a:moveTo>
                  <a:pt x="251460" y="191897"/>
                </a:moveTo>
                <a:lnTo>
                  <a:pt x="0" y="267335"/>
                </a:lnTo>
                <a:lnTo>
                  <a:pt x="251460" y="342773"/>
                </a:lnTo>
                <a:lnTo>
                  <a:pt x="184404" y="292481"/>
                </a:lnTo>
                <a:lnTo>
                  <a:pt x="150875" y="292481"/>
                </a:lnTo>
                <a:lnTo>
                  <a:pt x="141106" y="290516"/>
                </a:lnTo>
                <a:lnTo>
                  <a:pt x="133111" y="285146"/>
                </a:lnTo>
                <a:lnTo>
                  <a:pt x="127712" y="277157"/>
                </a:lnTo>
                <a:lnTo>
                  <a:pt x="125729" y="267335"/>
                </a:lnTo>
                <a:lnTo>
                  <a:pt x="127712" y="257565"/>
                </a:lnTo>
                <a:lnTo>
                  <a:pt x="133111" y="249570"/>
                </a:lnTo>
                <a:lnTo>
                  <a:pt x="141106" y="244171"/>
                </a:lnTo>
                <a:lnTo>
                  <a:pt x="150875" y="242189"/>
                </a:lnTo>
                <a:lnTo>
                  <a:pt x="184403" y="242189"/>
                </a:lnTo>
                <a:lnTo>
                  <a:pt x="251460" y="191897"/>
                </a:lnTo>
                <a:close/>
              </a:path>
              <a:path w="2240915" h="342900">
                <a:moveTo>
                  <a:pt x="184403" y="242189"/>
                </a:moveTo>
                <a:lnTo>
                  <a:pt x="150875" y="242189"/>
                </a:lnTo>
                <a:lnTo>
                  <a:pt x="141106" y="244171"/>
                </a:lnTo>
                <a:lnTo>
                  <a:pt x="133111" y="249570"/>
                </a:lnTo>
                <a:lnTo>
                  <a:pt x="127712" y="257565"/>
                </a:lnTo>
                <a:lnTo>
                  <a:pt x="125729" y="267335"/>
                </a:lnTo>
                <a:lnTo>
                  <a:pt x="127712" y="277157"/>
                </a:lnTo>
                <a:lnTo>
                  <a:pt x="133111" y="285146"/>
                </a:lnTo>
                <a:lnTo>
                  <a:pt x="141106" y="290516"/>
                </a:lnTo>
                <a:lnTo>
                  <a:pt x="150875" y="292481"/>
                </a:lnTo>
                <a:lnTo>
                  <a:pt x="184404" y="292481"/>
                </a:lnTo>
                <a:lnTo>
                  <a:pt x="150875" y="267335"/>
                </a:lnTo>
                <a:lnTo>
                  <a:pt x="184403" y="242189"/>
                </a:lnTo>
                <a:close/>
              </a:path>
              <a:path w="2240915" h="342900">
                <a:moveTo>
                  <a:pt x="2190623" y="242189"/>
                </a:moveTo>
                <a:lnTo>
                  <a:pt x="184403" y="242189"/>
                </a:lnTo>
                <a:lnTo>
                  <a:pt x="150875" y="267335"/>
                </a:lnTo>
                <a:lnTo>
                  <a:pt x="184404" y="292481"/>
                </a:lnTo>
                <a:lnTo>
                  <a:pt x="2215769" y="292481"/>
                </a:lnTo>
                <a:lnTo>
                  <a:pt x="2225591" y="290516"/>
                </a:lnTo>
                <a:lnTo>
                  <a:pt x="2233580" y="285146"/>
                </a:lnTo>
                <a:lnTo>
                  <a:pt x="2238950" y="277157"/>
                </a:lnTo>
                <a:lnTo>
                  <a:pt x="2240915" y="267335"/>
                </a:lnTo>
                <a:lnTo>
                  <a:pt x="2190623" y="267335"/>
                </a:lnTo>
                <a:lnTo>
                  <a:pt x="2190623" y="242189"/>
                </a:lnTo>
                <a:close/>
              </a:path>
              <a:path w="2240915" h="342900">
                <a:moveTo>
                  <a:pt x="2215769" y="0"/>
                </a:moveTo>
                <a:lnTo>
                  <a:pt x="2205999" y="1982"/>
                </a:lnTo>
                <a:lnTo>
                  <a:pt x="2198004" y="7381"/>
                </a:lnTo>
                <a:lnTo>
                  <a:pt x="2192605" y="15376"/>
                </a:lnTo>
                <a:lnTo>
                  <a:pt x="2190623" y="25146"/>
                </a:lnTo>
                <a:lnTo>
                  <a:pt x="2190623" y="267335"/>
                </a:lnTo>
                <a:lnTo>
                  <a:pt x="2215769" y="242189"/>
                </a:lnTo>
                <a:lnTo>
                  <a:pt x="2240915" y="242189"/>
                </a:lnTo>
                <a:lnTo>
                  <a:pt x="2240915" y="25146"/>
                </a:lnTo>
                <a:lnTo>
                  <a:pt x="2238950" y="15376"/>
                </a:lnTo>
                <a:lnTo>
                  <a:pt x="2233580" y="7381"/>
                </a:lnTo>
                <a:lnTo>
                  <a:pt x="2225591" y="1982"/>
                </a:lnTo>
                <a:lnTo>
                  <a:pt x="2215769" y="0"/>
                </a:lnTo>
                <a:close/>
              </a:path>
              <a:path w="2240915" h="342900">
                <a:moveTo>
                  <a:pt x="2240915" y="242189"/>
                </a:moveTo>
                <a:lnTo>
                  <a:pt x="2215769" y="242189"/>
                </a:lnTo>
                <a:lnTo>
                  <a:pt x="2190623" y="267335"/>
                </a:lnTo>
                <a:lnTo>
                  <a:pt x="2240915" y="267335"/>
                </a:lnTo>
                <a:lnTo>
                  <a:pt x="2240915" y="242189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" name="object 38"/>
          <p:cNvGrpSpPr/>
          <p:nvPr/>
        </p:nvGrpSpPr>
        <p:grpSpPr>
          <a:xfrm>
            <a:off x="5791200" y="3284220"/>
            <a:ext cx="673735" cy="1127760"/>
            <a:chOff x="5791200" y="3284220"/>
            <a:chExt cx="673735" cy="1127760"/>
          </a:xfrm>
        </p:grpSpPr>
        <p:sp>
          <p:nvSpPr>
            <p:cNvPr id="39" name="object 39"/>
            <p:cNvSpPr/>
            <p:nvPr/>
          </p:nvSpPr>
          <p:spPr>
            <a:xfrm>
              <a:off x="5791200" y="3284220"/>
              <a:ext cx="573405" cy="1074420"/>
            </a:xfrm>
            <a:custGeom>
              <a:avLst/>
              <a:gdLst/>
              <a:ahLst/>
              <a:cxnLst/>
              <a:rect l="l" t="t" r="r" b="b"/>
              <a:pathLst>
                <a:path w="573404" h="1074420">
                  <a:moveTo>
                    <a:pt x="572897" y="0"/>
                  </a:moveTo>
                  <a:lnTo>
                    <a:pt x="0" y="152400"/>
                  </a:lnTo>
                  <a:lnTo>
                    <a:pt x="0" y="1074419"/>
                  </a:lnTo>
                  <a:lnTo>
                    <a:pt x="572897" y="918844"/>
                  </a:lnTo>
                  <a:lnTo>
                    <a:pt x="5728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843015" y="3310128"/>
              <a:ext cx="573405" cy="1074420"/>
            </a:xfrm>
            <a:custGeom>
              <a:avLst/>
              <a:gdLst/>
              <a:ahLst/>
              <a:cxnLst/>
              <a:rect l="l" t="t" r="r" b="b"/>
              <a:pathLst>
                <a:path w="573404" h="1074420">
                  <a:moveTo>
                    <a:pt x="573024" y="0"/>
                  </a:moveTo>
                  <a:lnTo>
                    <a:pt x="0" y="152400"/>
                  </a:lnTo>
                  <a:lnTo>
                    <a:pt x="0" y="1074420"/>
                  </a:lnTo>
                  <a:lnTo>
                    <a:pt x="573024" y="920369"/>
                  </a:lnTo>
                  <a:lnTo>
                    <a:pt x="573024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893307" y="3337560"/>
              <a:ext cx="571500" cy="1074420"/>
            </a:xfrm>
            <a:custGeom>
              <a:avLst/>
              <a:gdLst/>
              <a:ahLst/>
              <a:cxnLst/>
              <a:rect l="l" t="t" r="r" b="b"/>
              <a:pathLst>
                <a:path w="571500" h="1074420">
                  <a:moveTo>
                    <a:pt x="571372" y="0"/>
                  </a:moveTo>
                  <a:lnTo>
                    <a:pt x="0" y="152400"/>
                  </a:lnTo>
                  <a:lnTo>
                    <a:pt x="0" y="1074420"/>
                  </a:lnTo>
                  <a:lnTo>
                    <a:pt x="571372" y="918844"/>
                  </a:lnTo>
                  <a:lnTo>
                    <a:pt x="571372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926836" y="3380232"/>
              <a:ext cx="502920" cy="986155"/>
            </a:xfrm>
            <a:custGeom>
              <a:avLst/>
              <a:gdLst/>
              <a:ahLst/>
              <a:cxnLst/>
              <a:rect l="l" t="t" r="r" b="b"/>
              <a:pathLst>
                <a:path w="502920" h="986154">
                  <a:moveTo>
                    <a:pt x="502919" y="0"/>
                  </a:moveTo>
                  <a:lnTo>
                    <a:pt x="0" y="130175"/>
                  </a:lnTo>
                  <a:lnTo>
                    <a:pt x="0" y="985900"/>
                  </a:lnTo>
                  <a:lnTo>
                    <a:pt x="502919" y="854201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971032" y="3470147"/>
              <a:ext cx="411480" cy="810895"/>
            </a:xfrm>
            <a:custGeom>
              <a:avLst/>
              <a:gdLst/>
              <a:ahLst/>
              <a:cxnLst/>
              <a:rect l="l" t="t" r="r" b="b"/>
              <a:pathLst>
                <a:path w="411479" h="810895">
                  <a:moveTo>
                    <a:pt x="169164" y="723900"/>
                  </a:moveTo>
                  <a:lnTo>
                    <a:pt x="0" y="766572"/>
                  </a:lnTo>
                  <a:lnTo>
                    <a:pt x="0" y="810768"/>
                  </a:lnTo>
                  <a:lnTo>
                    <a:pt x="169164" y="764921"/>
                  </a:lnTo>
                  <a:lnTo>
                    <a:pt x="169164" y="723900"/>
                  </a:lnTo>
                  <a:close/>
                </a:path>
                <a:path w="411479" h="810895">
                  <a:moveTo>
                    <a:pt x="169164" y="614172"/>
                  </a:moveTo>
                  <a:lnTo>
                    <a:pt x="0" y="659130"/>
                  </a:lnTo>
                  <a:lnTo>
                    <a:pt x="0" y="702437"/>
                  </a:lnTo>
                  <a:lnTo>
                    <a:pt x="169164" y="657479"/>
                  </a:lnTo>
                  <a:lnTo>
                    <a:pt x="169164" y="614172"/>
                  </a:lnTo>
                  <a:close/>
                </a:path>
                <a:path w="411479" h="810895">
                  <a:moveTo>
                    <a:pt x="169164" y="504444"/>
                  </a:moveTo>
                  <a:lnTo>
                    <a:pt x="0" y="550926"/>
                  </a:lnTo>
                  <a:lnTo>
                    <a:pt x="0" y="594233"/>
                  </a:lnTo>
                  <a:lnTo>
                    <a:pt x="169164" y="546100"/>
                  </a:lnTo>
                  <a:lnTo>
                    <a:pt x="169164" y="504444"/>
                  </a:lnTo>
                  <a:close/>
                </a:path>
                <a:path w="411479" h="810895">
                  <a:moveTo>
                    <a:pt x="169164" y="397764"/>
                  </a:moveTo>
                  <a:lnTo>
                    <a:pt x="0" y="440436"/>
                  </a:lnTo>
                  <a:lnTo>
                    <a:pt x="0" y="484632"/>
                  </a:lnTo>
                  <a:lnTo>
                    <a:pt x="169164" y="438785"/>
                  </a:lnTo>
                  <a:lnTo>
                    <a:pt x="169164" y="397764"/>
                  </a:lnTo>
                  <a:close/>
                </a:path>
                <a:path w="411479" h="810895">
                  <a:moveTo>
                    <a:pt x="169164" y="288036"/>
                  </a:moveTo>
                  <a:lnTo>
                    <a:pt x="0" y="332232"/>
                  </a:lnTo>
                  <a:lnTo>
                    <a:pt x="0" y="374904"/>
                  </a:lnTo>
                  <a:lnTo>
                    <a:pt x="169164" y="330708"/>
                  </a:lnTo>
                  <a:lnTo>
                    <a:pt x="169164" y="288036"/>
                  </a:lnTo>
                  <a:close/>
                </a:path>
                <a:path w="411479" h="810895">
                  <a:moveTo>
                    <a:pt x="169164" y="178308"/>
                  </a:moveTo>
                  <a:lnTo>
                    <a:pt x="0" y="222504"/>
                  </a:lnTo>
                  <a:lnTo>
                    <a:pt x="0" y="266700"/>
                  </a:lnTo>
                  <a:lnTo>
                    <a:pt x="169164" y="219329"/>
                  </a:lnTo>
                  <a:lnTo>
                    <a:pt x="169164" y="178308"/>
                  </a:lnTo>
                  <a:close/>
                </a:path>
                <a:path w="411479" h="810895">
                  <a:moveTo>
                    <a:pt x="169164" y="68580"/>
                  </a:moveTo>
                  <a:lnTo>
                    <a:pt x="0" y="114300"/>
                  </a:lnTo>
                  <a:lnTo>
                    <a:pt x="0" y="156972"/>
                  </a:lnTo>
                  <a:lnTo>
                    <a:pt x="169164" y="111125"/>
                  </a:lnTo>
                  <a:lnTo>
                    <a:pt x="169164" y="68580"/>
                  </a:lnTo>
                  <a:close/>
                </a:path>
                <a:path w="411479" h="810895">
                  <a:moveTo>
                    <a:pt x="411353" y="653796"/>
                  </a:moveTo>
                  <a:lnTo>
                    <a:pt x="240792" y="698754"/>
                  </a:lnTo>
                  <a:lnTo>
                    <a:pt x="240792" y="742061"/>
                  </a:lnTo>
                  <a:lnTo>
                    <a:pt x="411353" y="697103"/>
                  </a:lnTo>
                  <a:lnTo>
                    <a:pt x="411353" y="653796"/>
                  </a:lnTo>
                  <a:close/>
                </a:path>
                <a:path w="411479" h="810895">
                  <a:moveTo>
                    <a:pt x="411353" y="544068"/>
                  </a:moveTo>
                  <a:lnTo>
                    <a:pt x="240792" y="589026"/>
                  </a:lnTo>
                  <a:lnTo>
                    <a:pt x="240792" y="633857"/>
                  </a:lnTo>
                  <a:lnTo>
                    <a:pt x="411353" y="585724"/>
                  </a:lnTo>
                  <a:lnTo>
                    <a:pt x="411353" y="544068"/>
                  </a:lnTo>
                  <a:close/>
                </a:path>
                <a:path w="411479" h="810895">
                  <a:moveTo>
                    <a:pt x="411353" y="435864"/>
                  </a:moveTo>
                  <a:lnTo>
                    <a:pt x="240792" y="480060"/>
                  </a:lnTo>
                  <a:lnTo>
                    <a:pt x="240792" y="522732"/>
                  </a:lnTo>
                  <a:lnTo>
                    <a:pt x="411353" y="478536"/>
                  </a:lnTo>
                  <a:lnTo>
                    <a:pt x="411353" y="435864"/>
                  </a:lnTo>
                  <a:close/>
                </a:path>
                <a:path w="411479" h="810895">
                  <a:moveTo>
                    <a:pt x="411353" y="327660"/>
                  </a:moveTo>
                  <a:lnTo>
                    <a:pt x="240792" y="371856"/>
                  </a:lnTo>
                  <a:lnTo>
                    <a:pt x="240792" y="414528"/>
                  </a:lnTo>
                  <a:lnTo>
                    <a:pt x="411353" y="368681"/>
                  </a:lnTo>
                  <a:lnTo>
                    <a:pt x="411353" y="327660"/>
                  </a:lnTo>
                  <a:close/>
                </a:path>
                <a:path w="411479" h="810895">
                  <a:moveTo>
                    <a:pt x="411353" y="217932"/>
                  </a:moveTo>
                  <a:lnTo>
                    <a:pt x="240792" y="262128"/>
                  </a:lnTo>
                  <a:lnTo>
                    <a:pt x="240792" y="306324"/>
                  </a:lnTo>
                  <a:lnTo>
                    <a:pt x="411353" y="258953"/>
                  </a:lnTo>
                  <a:lnTo>
                    <a:pt x="411353" y="217932"/>
                  </a:lnTo>
                  <a:close/>
                </a:path>
                <a:path w="411479" h="810895">
                  <a:moveTo>
                    <a:pt x="411353" y="108204"/>
                  </a:moveTo>
                  <a:lnTo>
                    <a:pt x="240792" y="153924"/>
                  </a:lnTo>
                  <a:lnTo>
                    <a:pt x="240792" y="196596"/>
                  </a:lnTo>
                  <a:lnTo>
                    <a:pt x="411353" y="150749"/>
                  </a:lnTo>
                  <a:lnTo>
                    <a:pt x="411353" y="108204"/>
                  </a:lnTo>
                  <a:close/>
                </a:path>
                <a:path w="411479" h="810895">
                  <a:moveTo>
                    <a:pt x="411353" y="0"/>
                  </a:moveTo>
                  <a:lnTo>
                    <a:pt x="240792" y="42672"/>
                  </a:lnTo>
                  <a:lnTo>
                    <a:pt x="240792" y="86868"/>
                  </a:lnTo>
                  <a:lnTo>
                    <a:pt x="411353" y="41021"/>
                  </a:lnTo>
                  <a:lnTo>
                    <a:pt x="411353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622040" y="3931666"/>
            <a:ext cx="12312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0955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Century Gothic"/>
                <a:cs typeface="Century Gothic"/>
              </a:rPr>
              <a:t>i</a:t>
            </a:r>
            <a:r>
              <a:rPr dirty="0" sz="1800" b="1">
                <a:latin typeface="Arial"/>
                <a:cs typeface="Arial"/>
              </a:rPr>
              <a:t>SQL*Plus 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com</a:t>
            </a:r>
            <a:r>
              <a:rPr dirty="0" sz="1800" spc="-15" b="1">
                <a:latin typeface="Arial"/>
                <a:cs typeface="Arial"/>
              </a:rPr>
              <a:t>m</a:t>
            </a:r>
            <a:r>
              <a:rPr dirty="0" sz="1800" b="1">
                <a:latin typeface="Arial"/>
                <a:cs typeface="Arial"/>
              </a:rPr>
              <a:t>ands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366259" y="5000244"/>
            <a:ext cx="2091055" cy="1127760"/>
            <a:chOff x="4366259" y="5000244"/>
            <a:chExt cx="2091055" cy="1127760"/>
          </a:xfrm>
        </p:grpSpPr>
        <p:sp>
          <p:nvSpPr>
            <p:cNvPr id="46" name="object 46"/>
            <p:cNvSpPr/>
            <p:nvPr/>
          </p:nvSpPr>
          <p:spPr>
            <a:xfrm>
              <a:off x="5783579" y="5000244"/>
              <a:ext cx="573405" cy="1076325"/>
            </a:xfrm>
            <a:custGeom>
              <a:avLst/>
              <a:gdLst/>
              <a:ahLst/>
              <a:cxnLst/>
              <a:rect l="l" t="t" r="r" b="b"/>
              <a:pathLst>
                <a:path w="573404" h="1076325">
                  <a:moveTo>
                    <a:pt x="572897" y="0"/>
                  </a:moveTo>
                  <a:lnTo>
                    <a:pt x="0" y="152526"/>
                  </a:lnTo>
                  <a:lnTo>
                    <a:pt x="0" y="1075880"/>
                  </a:lnTo>
                  <a:lnTo>
                    <a:pt x="572897" y="920140"/>
                  </a:lnTo>
                  <a:lnTo>
                    <a:pt x="5728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835395" y="5026152"/>
              <a:ext cx="573405" cy="1074420"/>
            </a:xfrm>
            <a:custGeom>
              <a:avLst/>
              <a:gdLst/>
              <a:ahLst/>
              <a:cxnLst/>
              <a:rect l="l" t="t" r="r" b="b"/>
              <a:pathLst>
                <a:path w="573404" h="1074420">
                  <a:moveTo>
                    <a:pt x="573024" y="0"/>
                  </a:moveTo>
                  <a:lnTo>
                    <a:pt x="0" y="152400"/>
                  </a:lnTo>
                  <a:lnTo>
                    <a:pt x="0" y="1074356"/>
                  </a:lnTo>
                  <a:lnTo>
                    <a:pt x="573024" y="920419"/>
                  </a:lnTo>
                  <a:lnTo>
                    <a:pt x="573024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884163" y="5053584"/>
              <a:ext cx="573405" cy="1074420"/>
            </a:xfrm>
            <a:custGeom>
              <a:avLst/>
              <a:gdLst/>
              <a:ahLst/>
              <a:cxnLst/>
              <a:rect l="l" t="t" r="r" b="b"/>
              <a:pathLst>
                <a:path w="573404" h="1074420">
                  <a:moveTo>
                    <a:pt x="572897" y="0"/>
                  </a:moveTo>
                  <a:lnTo>
                    <a:pt x="0" y="152400"/>
                  </a:lnTo>
                  <a:lnTo>
                    <a:pt x="0" y="1074356"/>
                  </a:lnTo>
                  <a:lnTo>
                    <a:pt x="572897" y="918832"/>
                  </a:lnTo>
                  <a:lnTo>
                    <a:pt x="57289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917691" y="5097780"/>
              <a:ext cx="506095" cy="986155"/>
            </a:xfrm>
            <a:custGeom>
              <a:avLst/>
              <a:gdLst/>
              <a:ahLst/>
              <a:cxnLst/>
              <a:rect l="l" t="t" r="r" b="b"/>
              <a:pathLst>
                <a:path w="506095" h="986154">
                  <a:moveTo>
                    <a:pt x="505841" y="0"/>
                  </a:moveTo>
                  <a:lnTo>
                    <a:pt x="0" y="130175"/>
                  </a:lnTo>
                  <a:lnTo>
                    <a:pt x="0" y="985964"/>
                  </a:lnTo>
                  <a:lnTo>
                    <a:pt x="505841" y="854189"/>
                  </a:lnTo>
                  <a:lnTo>
                    <a:pt x="505841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964936" y="5254751"/>
              <a:ext cx="169545" cy="745490"/>
            </a:xfrm>
            <a:custGeom>
              <a:avLst/>
              <a:gdLst/>
              <a:ahLst/>
              <a:cxnLst/>
              <a:rect l="l" t="t" r="r" b="b"/>
              <a:pathLst>
                <a:path w="169545" h="745489">
                  <a:moveTo>
                    <a:pt x="169164" y="655320"/>
                  </a:moveTo>
                  <a:lnTo>
                    <a:pt x="0" y="700239"/>
                  </a:lnTo>
                  <a:lnTo>
                    <a:pt x="0" y="745159"/>
                  </a:lnTo>
                  <a:lnTo>
                    <a:pt x="169164" y="697026"/>
                  </a:lnTo>
                  <a:lnTo>
                    <a:pt x="169164" y="655320"/>
                  </a:lnTo>
                  <a:close/>
                </a:path>
                <a:path w="169545" h="745489">
                  <a:moveTo>
                    <a:pt x="169164" y="545592"/>
                  </a:moveTo>
                  <a:lnTo>
                    <a:pt x="0" y="592112"/>
                  </a:lnTo>
                  <a:lnTo>
                    <a:pt x="0" y="635431"/>
                  </a:lnTo>
                  <a:lnTo>
                    <a:pt x="169164" y="588899"/>
                  </a:lnTo>
                  <a:lnTo>
                    <a:pt x="169164" y="545592"/>
                  </a:lnTo>
                  <a:close/>
                </a:path>
                <a:path w="169545" h="745489">
                  <a:moveTo>
                    <a:pt x="169164" y="437388"/>
                  </a:moveTo>
                  <a:lnTo>
                    <a:pt x="0" y="482346"/>
                  </a:lnTo>
                  <a:lnTo>
                    <a:pt x="0" y="525703"/>
                  </a:lnTo>
                  <a:lnTo>
                    <a:pt x="169164" y="479132"/>
                  </a:lnTo>
                  <a:lnTo>
                    <a:pt x="169164" y="437388"/>
                  </a:lnTo>
                  <a:close/>
                </a:path>
                <a:path w="169545" h="745489">
                  <a:moveTo>
                    <a:pt x="169164" y="329184"/>
                  </a:moveTo>
                  <a:lnTo>
                    <a:pt x="0" y="373354"/>
                  </a:lnTo>
                  <a:lnTo>
                    <a:pt x="0" y="417525"/>
                  </a:lnTo>
                  <a:lnTo>
                    <a:pt x="169164" y="370192"/>
                  </a:lnTo>
                  <a:lnTo>
                    <a:pt x="169164" y="329184"/>
                  </a:lnTo>
                  <a:close/>
                </a:path>
                <a:path w="169545" h="745489">
                  <a:moveTo>
                    <a:pt x="169164" y="219456"/>
                  </a:moveTo>
                  <a:lnTo>
                    <a:pt x="0" y="265176"/>
                  </a:lnTo>
                  <a:lnTo>
                    <a:pt x="0" y="307848"/>
                  </a:lnTo>
                  <a:lnTo>
                    <a:pt x="169164" y="262001"/>
                  </a:lnTo>
                  <a:lnTo>
                    <a:pt x="169164" y="219456"/>
                  </a:lnTo>
                  <a:close/>
                </a:path>
                <a:path w="169545" h="745489">
                  <a:moveTo>
                    <a:pt x="169164" y="111252"/>
                  </a:moveTo>
                  <a:lnTo>
                    <a:pt x="0" y="153924"/>
                  </a:lnTo>
                  <a:lnTo>
                    <a:pt x="0" y="198120"/>
                  </a:lnTo>
                  <a:lnTo>
                    <a:pt x="169164" y="152273"/>
                  </a:lnTo>
                  <a:lnTo>
                    <a:pt x="169164" y="111252"/>
                  </a:lnTo>
                  <a:close/>
                </a:path>
                <a:path w="169545" h="745489">
                  <a:moveTo>
                    <a:pt x="169164" y="0"/>
                  </a:moveTo>
                  <a:lnTo>
                    <a:pt x="0" y="45720"/>
                  </a:lnTo>
                  <a:lnTo>
                    <a:pt x="0" y="88392"/>
                  </a:lnTo>
                  <a:lnTo>
                    <a:pt x="169164" y="42545"/>
                  </a:lnTo>
                  <a:lnTo>
                    <a:pt x="169164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04203" y="5186172"/>
              <a:ext cx="169163" cy="19659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204204" y="5405627"/>
              <a:ext cx="169545" cy="523240"/>
            </a:xfrm>
            <a:custGeom>
              <a:avLst/>
              <a:gdLst/>
              <a:ahLst/>
              <a:cxnLst/>
              <a:rect l="l" t="t" r="r" b="b"/>
              <a:pathLst>
                <a:path w="169545" h="523239">
                  <a:moveTo>
                    <a:pt x="169164" y="434340"/>
                  </a:moveTo>
                  <a:lnTo>
                    <a:pt x="0" y="479298"/>
                  </a:lnTo>
                  <a:lnTo>
                    <a:pt x="0" y="522655"/>
                  </a:lnTo>
                  <a:lnTo>
                    <a:pt x="169164" y="477697"/>
                  </a:lnTo>
                  <a:lnTo>
                    <a:pt x="169164" y="434340"/>
                  </a:lnTo>
                  <a:close/>
                </a:path>
                <a:path w="169545" h="523239">
                  <a:moveTo>
                    <a:pt x="169164" y="326136"/>
                  </a:moveTo>
                  <a:lnTo>
                    <a:pt x="0" y="369493"/>
                  </a:lnTo>
                  <a:lnTo>
                    <a:pt x="0" y="414451"/>
                  </a:lnTo>
                  <a:lnTo>
                    <a:pt x="169164" y="367880"/>
                  </a:lnTo>
                  <a:lnTo>
                    <a:pt x="169164" y="326136"/>
                  </a:lnTo>
                  <a:close/>
                </a:path>
                <a:path w="169545" h="523239">
                  <a:moveTo>
                    <a:pt x="169164" y="216408"/>
                  </a:moveTo>
                  <a:lnTo>
                    <a:pt x="0" y="262153"/>
                  </a:lnTo>
                  <a:lnTo>
                    <a:pt x="0" y="304749"/>
                  </a:lnTo>
                  <a:lnTo>
                    <a:pt x="169164" y="259003"/>
                  </a:lnTo>
                  <a:lnTo>
                    <a:pt x="169164" y="216408"/>
                  </a:lnTo>
                  <a:close/>
                </a:path>
                <a:path w="169545" h="523239">
                  <a:moveTo>
                    <a:pt x="169164" y="108204"/>
                  </a:moveTo>
                  <a:lnTo>
                    <a:pt x="0" y="153924"/>
                  </a:lnTo>
                  <a:lnTo>
                    <a:pt x="0" y="196545"/>
                  </a:lnTo>
                  <a:lnTo>
                    <a:pt x="169164" y="149225"/>
                  </a:lnTo>
                  <a:lnTo>
                    <a:pt x="169164" y="108204"/>
                  </a:lnTo>
                  <a:close/>
                </a:path>
                <a:path w="169545" h="523239">
                  <a:moveTo>
                    <a:pt x="169164" y="0"/>
                  </a:moveTo>
                  <a:lnTo>
                    <a:pt x="0" y="42672"/>
                  </a:lnTo>
                  <a:lnTo>
                    <a:pt x="0" y="86868"/>
                  </a:lnTo>
                  <a:lnTo>
                    <a:pt x="169164" y="41021"/>
                  </a:lnTo>
                  <a:lnTo>
                    <a:pt x="169164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067299" y="5000244"/>
              <a:ext cx="573405" cy="1076325"/>
            </a:xfrm>
            <a:custGeom>
              <a:avLst/>
              <a:gdLst/>
              <a:ahLst/>
              <a:cxnLst/>
              <a:rect l="l" t="t" r="r" b="b"/>
              <a:pathLst>
                <a:path w="573404" h="1076325">
                  <a:moveTo>
                    <a:pt x="572897" y="0"/>
                  </a:moveTo>
                  <a:lnTo>
                    <a:pt x="0" y="152526"/>
                  </a:lnTo>
                  <a:lnTo>
                    <a:pt x="0" y="1075880"/>
                  </a:lnTo>
                  <a:lnTo>
                    <a:pt x="572897" y="920140"/>
                  </a:lnTo>
                  <a:lnTo>
                    <a:pt x="5728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119115" y="5026152"/>
              <a:ext cx="573405" cy="1074420"/>
            </a:xfrm>
            <a:custGeom>
              <a:avLst/>
              <a:gdLst/>
              <a:ahLst/>
              <a:cxnLst/>
              <a:rect l="l" t="t" r="r" b="b"/>
              <a:pathLst>
                <a:path w="573404" h="1074420">
                  <a:moveTo>
                    <a:pt x="573024" y="0"/>
                  </a:moveTo>
                  <a:lnTo>
                    <a:pt x="0" y="152400"/>
                  </a:lnTo>
                  <a:lnTo>
                    <a:pt x="0" y="1074356"/>
                  </a:lnTo>
                  <a:lnTo>
                    <a:pt x="573024" y="920419"/>
                  </a:lnTo>
                  <a:lnTo>
                    <a:pt x="573024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169407" y="5053584"/>
              <a:ext cx="571500" cy="1074420"/>
            </a:xfrm>
            <a:custGeom>
              <a:avLst/>
              <a:gdLst/>
              <a:ahLst/>
              <a:cxnLst/>
              <a:rect l="l" t="t" r="r" b="b"/>
              <a:pathLst>
                <a:path w="571500" h="1074420">
                  <a:moveTo>
                    <a:pt x="571372" y="0"/>
                  </a:moveTo>
                  <a:lnTo>
                    <a:pt x="0" y="152400"/>
                  </a:lnTo>
                  <a:lnTo>
                    <a:pt x="0" y="1074356"/>
                  </a:lnTo>
                  <a:lnTo>
                    <a:pt x="571372" y="918832"/>
                  </a:lnTo>
                  <a:lnTo>
                    <a:pt x="571372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202935" y="5096256"/>
              <a:ext cx="502920" cy="986155"/>
            </a:xfrm>
            <a:custGeom>
              <a:avLst/>
              <a:gdLst/>
              <a:ahLst/>
              <a:cxnLst/>
              <a:rect l="l" t="t" r="r" b="b"/>
              <a:pathLst>
                <a:path w="502920" h="986154">
                  <a:moveTo>
                    <a:pt x="502919" y="0"/>
                  </a:moveTo>
                  <a:lnTo>
                    <a:pt x="0" y="130175"/>
                  </a:lnTo>
                  <a:lnTo>
                    <a:pt x="0" y="985964"/>
                  </a:lnTo>
                  <a:lnTo>
                    <a:pt x="502919" y="854189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247132" y="5186171"/>
              <a:ext cx="411480" cy="810895"/>
            </a:xfrm>
            <a:custGeom>
              <a:avLst/>
              <a:gdLst/>
              <a:ahLst/>
              <a:cxnLst/>
              <a:rect l="l" t="t" r="r" b="b"/>
              <a:pathLst>
                <a:path w="411479" h="810895">
                  <a:moveTo>
                    <a:pt x="169164" y="723900"/>
                  </a:moveTo>
                  <a:lnTo>
                    <a:pt x="0" y="766521"/>
                  </a:lnTo>
                  <a:lnTo>
                    <a:pt x="0" y="810717"/>
                  </a:lnTo>
                  <a:lnTo>
                    <a:pt x="169164" y="764933"/>
                  </a:lnTo>
                  <a:lnTo>
                    <a:pt x="169164" y="723900"/>
                  </a:lnTo>
                  <a:close/>
                </a:path>
                <a:path w="411479" h="810895">
                  <a:moveTo>
                    <a:pt x="169164" y="614172"/>
                  </a:moveTo>
                  <a:lnTo>
                    <a:pt x="0" y="659130"/>
                  </a:lnTo>
                  <a:lnTo>
                    <a:pt x="0" y="702487"/>
                  </a:lnTo>
                  <a:lnTo>
                    <a:pt x="169164" y="657529"/>
                  </a:lnTo>
                  <a:lnTo>
                    <a:pt x="169164" y="614172"/>
                  </a:lnTo>
                  <a:close/>
                </a:path>
                <a:path w="411479" h="810895">
                  <a:moveTo>
                    <a:pt x="169164" y="504444"/>
                  </a:moveTo>
                  <a:lnTo>
                    <a:pt x="0" y="550964"/>
                  </a:lnTo>
                  <a:lnTo>
                    <a:pt x="0" y="594283"/>
                  </a:lnTo>
                  <a:lnTo>
                    <a:pt x="169164" y="546150"/>
                  </a:lnTo>
                  <a:lnTo>
                    <a:pt x="169164" y="504444"/>
                  </a:lnTo>
                  <a:close/>
                </a:path>
                <a:path w="411479" h="810895">
                  <a:moveTo>
                    <a:pt x="169164" y="397764"/>
                  </a:moveTo>
                  <a:lnTo>
                    <a:pt x="0" y="440385"/>
                  </a:lnTo>
                  <a:lnTo>
                    <a:pt x="0" y="484581"/>
                  </a:lnTo>
                  <a:lnTo>
                    <a:pt x="169164" y="438797"/>
                  </a:lnTo>
                  <a:lnTo>
                    <a:pt x="169164" y="397764"/>
                  </a:lnTo>
                  <a:close/>
                </a:path>
                <a:path w="411479" h="810895">
                  <a:moveTo>
                    <a:pt x="169164" y="288036"/>
                  </a:moveTo>
                  <a:lnTo>
                    <a:pt x="0" y="332232"/>
                  </a:lnTo>
                  <a:lnTo>
                    <a:pt x="0" y="374904"/>
                  </a:lnTo>
                  <a:lnTo>
                    <a:pt x="169164" y="330708"/>
                  </a:lnTo>
                  <a:lnTo>
                    <a:pt x="169164" y="288036"/>
                  </a:lnTo>
                  <a:close/>
                </a:path>
                <a:path w="411479" h="810895">
                  <a:moveTo>
                    <a:pt x="169164" y="178308"/>
                  </a:moveTo>
                  <a:lnTo>
                    <a:pt x="0" y="222504"/>
                  </a:lnTo>
                  <a:lnTo>
                    <a:pt x="0" y="266700"/>
                  </a:lnTo>
                  <a:lnTo>
                    <a:pt x="169164" y="219329"/>
                  </a:lnTo>
                  <a:lnTo>
                    <a:pt x="169164" y="178308"/>
                  </a:lnTo>
                  <a:close/>
                </a:path>
                <a:path w="411479" h="810895">
                  <a:moveTo>
                    <a:pt x="169164" y="68580"/>
                  </a:moveTo>
                  <a:lnTo>
                    <a:pt x="0" y="114300"/>
                  </a:lnTo>
                  <a:lnTo>
                    <a:pt x="0" y="156972"/>
                  </a:lnTo>
                  <a:lnTo>
                    <a:pt x="169164" y="111125"/>
                  </a:lnTo>
                  <a:lnTo>
                    <a:pt x="169164" y="68580"/>
                  </a:lnTo>
                  <a:close/>
                </a:path>
                <a:path w="411479" h="810895">
                  <a:moveTo>
                    <a:pt x="411353" y="653796"/>
                  </a:moveTo>
                  <a:lnTo>
                    <a:pt x="240792" y="698754"/>
                  </a:lnTo>
                  <a:lnTo>
                    <a:pt x="240792" y="742111"/>
                  </a:lnTo>
                  <a:lnTo>
                    <a:pt x="411353" y="697153"/>
                  </a:lnTo>
                  <a:lnTo>
                    <a:pt x="411353" y="653796"/>
                  </a:lnTo>
                  <a:close/>
                </a:path>
                <a:path w="411479" h="810895">
                  <a:moveTo>
                    <a:pt x="411353" y="544068"/>
                  </a:moveTo>
                  <a:lnTo>
                    <a:pt x="240792" y="588987"/>
                  </a:lnTo>
                  <a:lnTo>
                    <a:pt x="240792" y="633907"/>
                  </a:lnTo>
                  <a:lnTo>
                    <a:pt x="411353" y="585774"/>
                  </a:lnTo>
                  <a:lnTo>
                    <a:pt x="411353" y="544068"/>
                  </a:lnTo>
                  <a:close/>
                </a:path>
                <a:path w="411479" h="810895">
                  <a:moveTo>
                    <a:pt x="411353" y="435864"/>
                  </a:moveTo>
                  <a:lnTo>
                    <a:pt x="240792" y="481609"/>
                  </a:lnTo>
                  <a:lnTo>
                    <a:pt x="240792" y="524205"/>
                  </a:lnTo>
                  <a:lnTo>
                    <a:pt x="411353" y="478459"/>
                  </a:lnTo>
                  <a:lnTo>
                    <a:pt x="411353" y="435864"/>
                  </a:lnTo>
                  <a:close/>
                </a:path>
                <a:path w="411479" h="810895">
                  <a:moveTo>
                    <a:pt x="411353" y="327660"/>
                  </a:moveTo>
                  <a:lnTo>
                    <a:pt x="240792" y="371856"/>
                  </a:lnTo>
                  <a:lnTo>
                    <a:pt x="240792" y="414477"/>
                  </a:lnTo>
                  <a:lnTo>
                    <a:pt x="411353" y="368681"/>
                  </a:lnTo>
                  <a:lnTo>
                    <a:pt x="411353" y="327660"/>
                  </a:lnTo>
                  <a:close/>
                </a:path>
                <a:path w="411479" h="810895">
                  <a:moveTo>
                    <a:pt x="411353" y="217932"/>
                  </a:moveTo>
                  <a:lnTo>
                    <a:pt x="240792" y="262128"/>
                  </a:lnTo>
                  <a:lnTo>
                    <a:pt x="240792" y="306324"/>
                  </a:lnTo>
                  <a:lnTo>
                    <a:pt x="411353" y="258953"/>
                  </a:lnTo>
                  <a:lnTo>
                    <a:pt x="411353" y="217932"/>
                  </a:lnTo>
                  <a:close/>
                </a:path>
                <a:path w="411479" h="810895">
                  <a:moveTo>
                    <a:pt x="411353" y="108204"/>
                  </a:moveTo>
                  <a:lnTo>
                    <a:pt x="240792" y="153924"/>
                  </a:lnTo>
                  <a:lnTo>
                    <a:pt x="240792" y="196596"/>
                  </a:lnTo>
                  <a:lnTo>
                    <a:pt x="411353" y="150749"/>
                  </a:lnTo>
                  <a:lnTo>
                    <a:pt x="411353" y="108204"/>
                  </a:lnTo>
                  <a:close/>
                </a:path>
                <a:path w="411479" h="810895">
                  <a:moveTo>
                    <a:pt x="411353" y="0"/>
                  </a:moveTo>
                  <a:lnTo>
                    <a:pt x="240792" y="42672"/>
                  </a:lnTo>
                  <a:lnTo>
                    <a:pt x="240792" y="86868"/>
                  </a:lnTo>
                  <a:lnTo>
                    <a:pt x="411353" y="41021"/>
                  </a:lnTo>
                  <a:lnTo>
                    <a:pt x="411353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366259" y="5000244"/>
              <a:ext cx="573405" cy="1076325"/>
            </a:xfrm>
            <a:custGeom>
              <a:avLst/>
              <a:gdLst/>
              <a:ahLst/>
              <a:cxnLst/>
              <a:rect l="l" t="t" r="r" b="b"/>
              <a:pathLst>
                <a:path w="573404" h="1076325">
                  <a:moveTo>
                    <a:pt x="573024" y="0"/>
                  </a:moveTo>
                  <a:lnTo>
                    <a:pt x="0" y="152526"/>
                  </a:lnTo>
                  <a:lnTo>
                    <a:pt x="0" y="1075880"/>
                  </a:lnTo>
                  <a:lnTo>
                    <a:pt x="573024" y="920140"/>
                  </a:lnTo>
                  <a:lnTo>
                    <a:pt x="5730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418075" y="5026152"/>
              <a:ext cx="573405" cy="1074420"/>
            </a:xfrm>
            <a:custGeom>
              <a:avLst/>
              <a:gdLst/>
              <a:ahLst/>
              <a:cxnLst/>
              <a:rect l="l" t="t" r="r" b="b"/>
              <a:pathLst>
                <a:path w="573404" h="1074420">
                  <a:moveTo>
                    <a:pt x="573024" y="0"/>
                  </a:moveTo>
                  <a:lnTo>
                    <a:pt x="0" y="152400"/>
                  </a:lnTo>
                  <a:lnTo>
                    <a:pt x="0" y="1074356"/>
                  </a:lnTo>
                  <a:lnTo>
                    <a:pt x="573024" y="920419"/>
                  </a:lnTo>
                  <a:lnTo>
                    <a:pt x="573024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466843" y="5053584"/>
              <a:ext cx="571500" cy="1074420"/>
            </a:xfrm>
            <a:custGeom>
              <a:avLst/>
              <a:gdLst/>
              <a:ahLst/>
              <a:cxnLst/>
              <a:rect l="l" t="t" r="r" b="b"/>
              <a:pathLst>
                <a:path w="571500" h="1074420">
                  <a:moveTo>
                    <a:pt x="571372" y="0"/>
                  </a:moveTo>
                  <a:lnTo>
                    <a:pt x="0" y="152400"/>
                  </a:lnTo>
                  <a:lnTo>
                    <a:pt x="0" y="1074356"/>
                  </a:lnTo>
                  <a:lnTo>
                    <a:pt x="571372" y="918832"/>
                  </a:lnTo>
                  <a:lnTo>
                    <a:pt x="571372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500371" y="5096256"/>
              <a:ext cx="502920" cy="986155"/>
            </a:xfrm>
            <a:custGeom>
              <a:avLst/>
              <a:gdLst/>
              <a:ahLst/>
              <a:cxnLst/>
              <a:rect l="l" t="t" r="r" b="b"/>
              <a:pathLst>
                <a:path w="502920" h="986154">
                  <a:moveTo>
                    <a:pt x="502919" y="0"/>
                  </a:moveTo>
                  <a:lnTo>
                    <a:pt x="0" y="130175"/>
                  </a:lnTo>
                  <a:lnTo>
                    <a:pt x="0" y="985964"/>
                  </a:lnTo>
                  <a:lnTo>
                    <a:pt x="502919" y="854189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544568" y="5186171"/>
              <a:ext cx="411480" cy="810895"/>
            </a:xfrm>
            <a:custGeom>
              <a:avLst/>
              <a:gdLst/>
              <a:ahLst/>
              <a:cxnLst/>
              <a:rect l="l" t="t" r="r" b="b"/>
              <a:pathLst>
                <a:path w="411479" h="810895">
                  <a:moveTo>
                    <a:pt x="170561" y="723900"/>
                  </a:moveTo>
                  <a:lnTo>
                    <a:pt x="0" y="766521"/>
                  </a:lnTo>
                  <a:lnTo>
                    <a:pt x="0" y="810717"/>
                  </a:lnTo>
                  <a:lnTo>
                    <a:pt x="170561" y="764933"/>
                  </a:lnTo>
                  <a:lnTo>
                    <a:pt x="170561" y="723900"/>
                  </a:lnTo>
                  <a:close/>
                </a:path>
                <a:path w="411479" h="810895">
                  <a:moveTo>
                    <a:pt x="170561" y="614172"/>
                  </a:moveTo>
                  <a:lnTo>
                    <a:pt x="0" y="659130"/>
                  </a:lnTo>
                  <a:lnTo>
                    <a:pt x="0" y="702487"/>
                  </a:lnTo>
                  <a:lnTo>
                    <a:pt x="170561" y="657529"/>
                  </a:lnTo>
                  <a:lnTo>
                    <a:pt x="170561" y="614172"/>
                  </a:lnTo>
                  <a:close/>
                </a:path>
                <a:path w="411479" h="810895">
                  <a:moveTo>
                    <a:pt x="170561" y="504444"/>
                  </a:moveTo>
                  <a:lnTo>
                    <a:pt x="0" y="550964"/>
                  </a:lnTo>
                  <a:lnTo>
                    <a:pt x="0" y="594283"/>
                  </a:lnTo>
                  <a:lnTo>
                    <a:pt x="170561" y="546150"/>
                  </a:lnTo>
                  <a:lnTo>
                    <a:pt x="170561" y="504444"/>
                  </a:lnTo>
                  <a:close/>
                </a:path>
                <a:path w="411479" h="810895">
                  <a:moveTo>
                    <a:pt x="170561" y="397764"/>
                  </a:moveTo>
                  <a:lnTo>
                    <a:pt x="0" y="440385"/>
                  </a:lnTo>
                  <a:lnTo>
                    <a:pt x="0" y="484581"/>
                  </a:lnTo>
                  <a:lnTo>
                    <a:pt x="170561" y="438797"/>
                  </a:lnTo>
                  <a:lnTo>
                    <a:pt x="170561" y="397764"/>
                  </a:lnTo>
                  <a:close/>
                </a:path>
                <a:path w="411479" h="810895">
                  <a:moveTo>
                    <a:pt x="170561" y="288036"/>
                  </a:moveTo>
                  <a:lnTo>
                    <a:pt x="0" y="332232"/>
                  </a:lnTo>
                  <a:lnTo>
                    <a:pt x="0" y="374904"/>
                  </a:lnTo>
                  <a:lnTo>
                    <a:pt x="170561" y="330708"/>
                  </a:lnTo>
                  <a:lnTo>
                    <a:pt x="170561" y="288036"/>
                  </a:lnTo>
                  <a:close/>
                </a:path>
                <a:path w="411479" h="810895">
                  <a:moveTo>
                    <a:pt x="170561" y="178308"/>
                  </a:moveTo>
                  <a:lnTo>
                    <a:pt x="0" y="222504"/>
                  </a:lnTo>
                  <a:lnTo>
                    <a:pt x="0" y="266700"/>
                  </a:lnTo>
                  <a:lnTo>
                    <a:pt x="170561" y="219329"/>
                  </a:lnTo>
                  <a:lnTo>
                    <a:pt x="170561" y="178308"/>
                  </a:lnTo>
                  <a:close/>
                </a:path>
                <a:path w="411479" h="810895">
                  <a:moveTo>
                    <a:pt x="170561" y="68580"/>
                  </a:moveTo>
                  <a:lnTo>
                    <a:pt x="0" y="114300"/>
                  </a:lnTo>
                  <a:lnTo>
                    <a:pt x="0" y="156972"/>
                  </a:lnTo>
                  <a:lnTo>
                    <a:pt x="170561" y="111125"/>
                  </a:lnTo>
                  <a:lnTo>
                    <a:pt x="170561" y="68580"/>
                  </a:lnTo>
                  <a:close/>
                </a:path>
                <a:path w="411479" h="810895">
                  <a:moveTo>
                    <a:pt x="411480" y="653796"/>
                  </a:moveTo>
                  <a:lnTo>
                    <a:pt x="242316" y="698754"/>
                  </a:lnTo>
                  <a:lnTo>
                    <a:pt x="242316" y="742111"/>
                  </a:lnTo>
                  <a:lnTo>
                    <a:pt x="411480" y="697153"/>
                  </a:lnTo>
                  <a:lnTo>
                    <a:pt x="411480" y="653796"/>
                  </a:lnTo>
                  <a:close/>
                </a:path>
                <a:path w="411479" h="810895">
                  <a:moveTo>
                    <a:pt x="411480" y="544068"/>
                  </a:moveTo>
                  <a:lnTo>
                    <a:pt x="242316" y="588987"/>
                  </a:lnTo>
                  <a:lnTo>
                    <a:pt x="242316" y="633907"/>
                  </a:lnTo>
                  <a:lnTo>
                    <a:pt x="411480" y="585774"/>
                  </a:lnTo>
                  <a:lnTo>
                    <a:pt x="411480" y="544068"/>
                  </a:lnTo>
                  <a:close/>
                </a:path>
                <a:path w="411479" h="810895">
                  <a:moveTo>
                    <a:pt x="411480" y="435864"/>
                  </a:moveTo>
                  <a:lnTo>
                    <a:pt x="242316" y="481609"/>
                  </a:lnTo>
                  <a:lnTo>
                    <a:pt x="242316" y="524205"/>
                  </a:lnTo>
                  <a:lnTo>
                    <a:pt x="411480" y="478459"/>
                  </a:lnTo>
                  <a:lnTo>
                    <a:pt x="411480" y="435864"/>
                  </a:lnTo>
                  <a:close/>
                </a:path>
                <a:path w="411479" h="810895">
                  <a:moveTo>
                    <a:pt x="411480" y="327660"/>
                  </a:moveTo>
                  <a:lnTo>
                    <a:pt x="242316" y="371856"/>
                  </a:lnTo>
                  <a:lnTo>
                    <a:pt x="242316" y="414477"/>
                  </a:lnTo>
                  <a:lnTo>
                    <a:pt x="411480" y="368681"/>
                  </a:lnTo>
                  <a:lnTo>
                    <a:pt x="411480" y="327660"/>
                  </a:lnTo>
                  <a:close/>
                </a:path>
                <a:path w="411479" h="810895">
                  <a:moveTo>
                    <a:pt x="411480" y="217932"/>
                  </a:moveTo>
                  <a:lnTo>
                    <a:pt x="242316" y="262128"/>
                  </a:lnTo>
                  <a:lnTo>
                    <a:pt x="242316" y="306324"/>
                  </a:lnTo>
                  <a:lnTo>
                    <a:pt x="411480" y="258953"/>
                  </a:lnTo>
                  <a:lnTo>
                    <a:pt x="411480" y="217932"/>
                  </a:lnTo>
                  <a:close/>
                </a:path>
                <a:path w="411479" h="810895">
                  <a:moveTo>
                    <a:pt x="411480" y="108204"/>
                  </a:moveTo>
                  <a:lnTo>
                    <a:pt x="242316" y="153924"/>
                  </a:lnTo>
                  <a:lnTo>
                    <a:pt x="242316" y="196596"/>
                  </a:lnTo>
                  <a:lnTo>
                    <a:pt x="411480" y="150749"/>
                  </a:lnTo>
                  <a:lnTo>
                    <a:pt x="411480" y="108204"/>
                  </a:lnTo>
                  <a:close/>
                </a:path>
                <a:path w="411479" h="810895">
                  <a:moveTo>
                    <a:pt x="411480" y="0"/>
                  </a:moveTo>
                  <a:lnTo>
                    <a:pt x="242316" y="42672"/>
                  </a:lnTo>
                  <a:lnTo>
                    <a:pt x="242316" y="86868"/>
                  </a:lnTo>
                  <a:lnTo>
                    <a:pt x="411480" y="41021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" name="object 63"/>
          <p:cNvGrpSpPr/>
          <p:nvPr/>
        </p:nvGrpSpPr>
        <p:grpSpPr>
          <a:xfrm>
            <a:off x="3608832" y="5000244"/>
            <a:ext cx="672465" cy="1127760"/>
            <a:chOff x="3608832" y="5000244"/>
            <a:chExt cx="672465" cy="1127760"/>
          </a:xfrm>
        </p:grpSpPr>
        <p:sp>
          <p:nvSpPr>
            <p:cNvPr id="64" name="object 64"/>
            <p:cNvSpPr/>
            <p:nvPr/>
          </p:nvSpPr>
          <p:spPr>
            <a:xfrm>
              <a:off x="3608832" y="5000244"/>
              <a:ext cx="573405" cy="1076325"/>
            </a:xfrm>
            <a:custGeom>
              <a:avLst/>
              <a:gdLst/>
              <a:ahLst/>
              <a:cxnLst/>
              <a:rect l="l" t="t" r="r" b="b"/>
              <a:pathLst>
                <a:path w="573404" h="1076325">
                  <a:moveTo>
                    <a:pt x="572896" y="0"/>
                  </a:moveTo>
                  <a:lnTo>
                    <a:pt x="0" y="152526"/>
                  </a:lnTo>
                  <a:lnTo>
                    <a:pt x="0" y="1075880"/>
                  </a:lnTo>
                  <a:lnTo>
                    <a:pt x="572896" y="920140"/>
                  </a:lnTo>
                  <a:lnTo>
                    <a:pt x="5728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660648" y="5026152"/>
              <a:ext cx="573405" cy="1074420"/>
            </a:xfrm>
            <a:custGeom>
              <a:avLst/>
              <a:gdLst/>
              <a:ahLst/>
              <a:cxnLst/>
              <a:rect l="l" t="t" r="r" b="b"/>
              <a:pathLst>
                <a:path w="573404" h="1074420">
                  <a:moveTo>
                    <a:pt x="573024" y="0"/>
                  </a:moveTo>
                  <a:lnTo>
                    <a:pt x="0" y="152400"/>
                  </a:lnTo>
                  <a:lnTo>
                    <a:pt x="0" y="1074356"/>
                  </a:lnTo>
                  <a:lnTo>
                    <a:pt x="573024" y="920419"/>
                  </a:lnTo>
                  <a:lnTo>
                    <a:pt x="573024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709416" y="5053584"/>
              <a:ext cx="571500" cy="1074420"/>
            </a:xfrm>
            <a:custGeom>
              <a:avLst/>
              <a:gdLst/>
              <a:ahLst/>
              <a:cxnLst/>
              <a:rect l="l" t="t" r="r" b="b"/>
              <a:pathLst>
                <a:path w="571500" h="1074420">
                  <a:moveTo>
                    <a:pt x="571500" y="0"/>
                  </a:moveTo>
                  <a:lnTo>
                    <a:pt x="0" y="152400"/>
                  </a:lnTo>
                  <a:lnTo>
                    <a:pt x="0" y="1074356"/>
                  </a:lnTo>
                  <a:lnTo>
                    <a:pt x="571500" y="918832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42944" y="5096256"/>
              <a:ext cx="504825" cy="986155"/>
            </a:xfrm>
            <a:custGeom>
              <a:avLst/>
              <a:gdLst/>
              <a:ahLst/>
              <a:cxnLst/>
              <a:rect l="l" t="t" r="r" b="b"/>
              <a:pathLst>
                <a:path w="504825" h="986154">
                  <a:moveTo>
                    <a:pt x="504316" y="0"/>
                  </a:moveTo>
                  <a:lnTo>
                    <a:pt x="0" y="130175"/>
                  </a:lnTo>
                  <a:lnTo>
                    <a:pt x="0" y="985964"/>
                  </a:lnTo>
                  <a:lnTo>
                    <a:pt x="504316" y="854189"/>
                  </a:lnTo>
                  <a:lnTo>
                    <a:pt x="504316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87140" y="5186171"/>
              <a:ext cx="411480" cy="810895"/>
            </a:xfrm>
            <a:custGeom>
              <a:avLst/>
              <a:gdLst/>
              <a:ahLst/>
              <a:cxnLst/>
              <a:rect l="l" t="t" r="r" b="b"/>
              <a:pathLst>
                <a:path w="411479" h="810895">
                  <a:moveTo>
                    <a:pt x="170561" y="723900"/>
                  </a:moveTo>
                  <a:lnTo>
                    <a:pt x="0" y="766521"/>
                  </a:lnTo>
                  <a:lnTo>
                    <a:pt x="0" y="810717"/>
                  </a:lnTo>
                  <a:lnTo>
                    <a:pt x="170561" y="764933"/>
                  </a:lnTo>
                  <a:lnTo>
                    <a:pt x="170561" y="723900"/>
                  </a:lnTo>
                  <a:close/>
                </a:path>
                <a:path w="411479" h="810895">
                  <a:moveTo>
                    <a:pt x="170561" y="614172"/>
                  </a:moveTo>
                  <a:lnTo>
                    <a:pt x="0" y="659130"/>
                  </a:lnTo>
                  <a:lnTo>
                    <a:pt x="0" y="702487"/>
                  </a:lnTo>
                  <a:lnTo>
                    <a:pt x="170561" y="657529"/>
                  </a:lnTo>
                  <a:lnTo>
                    <a:pt x="170561" y="614172"/>
                  </a:lnTo>
                  <a:close/>
                </a:path>
                <a:path w="411479" h="810895">
                  <a:moveTo>
                    <a:pt x="170561" y="504444"/>
                  </a:moveTo>
                  <a:lnTo>
                    <a:pt x="0" y="550964"/>
                  </a:lnTo>
                  <a:lnTo>
                    <a:pt x="0" y="594283"/>
                  </a:lnTo>
                  <a:lnTo>
                    <a:pt x="170561" y="546150"/>
                  </a:lnTo>
                  <a:lnTo>
                    <a:pt x="170561" y="504444"/>
                  </a:lnTo>
                  <a:close/>
                </a:path>
                <a:path w="411479" h="810895">
                  <a:moveTo>
                    <a:pt x="170561" y="397764"/>
                  </a:moveTo>
                  <a:lnTo>
                    <a:pt x="0" y="440385"/>
                  </a:lnTo>
                  <a:lnTo>
                    <a:pt x="0" y="484581"/>
                  </a:lnTo>
                  <a:lnTo>
                    <a:pt x="170561" y="438797"/>
                  </a:lnTo>
                  <a:lnTo>
                    <a:pt x="170561" y="397764"/>
                  </a:lnTo>
                  <a:close/>
                </a:path>
                <a:path w="411479" h="810895">
                  <a:moveTo>
                    <a:pt x="170561" y="288036"/>
                  </a:moveTo>
                  <a:lnTo>
                    <a:pt x="0" y="332232"/>
                  </a:lnTo>
                  <a:lnTo>
                    <a:pt x="0" y="374904"/>
                  </a:lnTo>
                  <a:lnTo>
                    <a:pt x="170561" y="330708"/>
                  </a:lnTo>
                  <a:lnTo>
                    <a:pt x="170561" y="288036"/>
                  </a:lnTo>
                  <a:close/>
                </a:path>
                <a:path w="411479" h="810895">
                  <a:moveTo>
                    <a:pt x="170561" y="178308"/>
                  </a:moveTo>
                  <a:lnTo>
                    <a:pt x="0" y="222504"/>
                  </a:lnTo>
                  <a:lnTo>
                    <a:pt x="0" y="266700"/>
                  </a:lnTo>
                  <a:lnTo>
                    <a:pt x="170561" y="219329"/>
                  </a:lnTo>
                  <a:lnTo>
                    <a:pt x="170561" y="178308"/>
                  </a:lnTo>
                  <a:close/>
                </a:path>
                <a:path w="411479" h="810895">
                  <a:moveTo>
                    <a:pt x="170561" y="68580"/>
                  </a:moveTo>
                  <a:lnTo>
                    <a:pt x="0" y="114300"/>
                  </a:lnTo>
                  <a:lnTo>
                    <a:pt x="0" y="156972"/>
                  </a:lnTo>
                  <a:lnTo>
                    <a:pt x="170561" y="111125"/>
                  </a:lnTo>
                  <a:lnTo>
                    <a:pt x="170561" y="68580"/>
                  </a:lnTo>
                  <a:close/>
                </a:path>
                <a:path w="411479" h="810895">
                  <a:moveTo>
                    <a:pt x="411480" y="653796"/>
                  </a:moveTo>
                  <a:lnTo>
                    <a:pt x="242316" y="698754"/>
                  </a:lnTo>
                  <a:lnTo>
                    <a:pt x="242316" y="742111"/>
                  </a:lnTo>
                  <a:lnTo>
                    <a:pt x="411480" y="697153"/>
                  </a:lnTo>
                  <a:lnTo>
                    <a:pt x="411480" y="653796"/>
                  </a:lnTo>
                  <a:close/>
                </a:path>
                <a:path w="411479" h="810895">
                  <a:moveTo>
                    <a:pt x="411480" y="544068"/>
                  </a:moveTo>
                  <a:lnTo>
                    <a:pt x="242316" y="588987"/>
                  </a:lnTo>
                  <a:lnTo>
                    <a:pt x="242316" y="633907"/>
                  </a:lnTo>
                  <a:lnTo>
                    <a:pt x="411480" y="585774"/>
                  </a:lnTo>
                  <a:lnTo>
                    <a:pt x="411480" y="544068"/>
                  </a:lnTo>
                  <a:close/>
                </a:path>
                <a:path w="411479" h="810895">
                  <a:moveTo>
                    <a:pt x="411480" y="435864"/>
                  </a:moveTo>
                  <a:lnTo>
                    <a:pt x="242316" y="481609"/>
                  </a:lnTo>
                  <a:lnTo>
                    <a:pt x="242316" y="524205"/>
                  </a:lnTo>
                  <a:lnTo>
                    <a:pt x="411480" y="478459"/>
                  </a:lnTo>
                  <a:lnTo>
                    <a:pt x="411480" y="435864"/>
                  </a:lnTo>
                  <a:close/>
                </a:path>
                <a:path w="411479" h="810895">
                  <a:moveTo>
                    <a:pt x="411480" y="327660"/>
                  </a:moveTo>
                  <a:lnTo>
                    <a:pt x="242316" y="371856"/>
                  </a:lnTo>
                  <a:lnTo>
                    <a:pt x="242316" y="414477"/>
                  </a:lnTo>
                  <a:lnTo>
                    <a:pt x="411480" y="368681"/>
                  </a:lnTo>
                  <a:lnTo>
                    <a:pt x="411480" y="327660"/>
                  </a:lnTo>
                  <a:close/>
                </a:path>
                <a:path w="411479" h="810895">
                  <a:moveTo>
                    <a:pt x="411480" y="217932"/>
                  </a:moveTo>
                  <a:lnTo>
                    <a:pt x="242316" y="262128"/>
                  </a:lnTo>
                  <a:lnTo>
                    <a:pt x="242316" y="306324"/>
                  </a:lnTo>
                  <a:lnTo>
                    <a:pt x="411480" y="258953"/>
                  </a:lnTo>
                  <a:lnTo>
                    <a:pt x="411480" y="217932"/>
                  </a:lnTo>
                  <a:close/>
                </a:path>
                <a:path w="411479" h="810895">
                  <a:moveTo>
                    <a:pt x="411480" y="108204"/>
                  </a:moveTo>
                  <a:lnTo>
                    <a:pt x="242316" y="153924"/>
                  </a:lnTo>
                  <a:lnTo>
                    <a:pt x="242316" y="196596"/>
                  </a:lnTo>
                  <a:lnTo>
                    <a:pt x="411480" y="150749"/>
                  </a:lnTo>
                  <a:lnTo>
                    <a:pt x="411480" y="108204"/>
                  </a:lnTo>
                  <a:close/>
                </a:path>
                <a:path w="411479" h="810895">
                  <a:moveTo>
                    <a:pt x="411480" y="0"/>
                  </a:moveTo>
                  <a:lnTo>
                    <a:pt x="242316" y="42672"/>
                  </a:lnTo>
                  <a:lnTo>
                    <a:pt x="242316" y="86868"/>
                  </a:lnTo>
                  <a:lnTo>
                    <a:pt x="411480" y="41021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2916682" y="5338698"/>
            <a:ext cx="661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Client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767839" y="4761357"/>
            <a:ext cx="3236595" cy="1470660"/>
            <a:chOff x="1767839" y="4761357"/>
            <a:chExt cx="3236595" cy="1470660"/>
          </a:xfrm>
        </p:grpSpPr>
        <p:pic>
          <p:nvPicPr>
            <p:cNvPr id="71" name="object 7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09900" y="5878068"/>
              <a:ext cx="246761" cy="14166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2738627" y="5699760"/>
              <a:ext cx="365760" cy="250190"/>
            </a:xfrm>
            <a:custGeom>
              <a:avLst/>
              <a:gdLst/>
              <a:ahLst/>
              <a:cxnLst/>
              <a:rect l="l" t="t" r="r" b="b"/>
              <a:pathLst>
                <a:path w="365760" h="250189">
                  <a:moveTo>
                    <a:pt x="9525" y="0"/>
                  </a:moveTo>
                  <a:lnTo>
                    <a:pt x="0" y="6324"/>
                  </a:lnTo>
                  <a:lnTo>
                    <a:pt x="61976" y="44284"/>
                  </a:lnTo>
                  <a:lnTo>
                    <a:pt x="79502" y="53771"/>
                  </a:lnTo>
                  <a:lnTo>
                    <a:pt x="95377" y="63258"/>
                  </a:lnTo>
                  <a:lnTo>
                    <a:pt x="109728" y="66420"/>
                  </a:lnTo>
                  <a:lnTo>
                    <a:pt x="125603" y="69583"/>
                  </a:lnTo>
                  <a:lnTo>
                    <a:pt x="138303" y="71170"/>
                  </a:lnTo>
                  <a:lnTo>
                    <a:pt x="168529" y="71170"/>
                  </a:lnTo>
                  <a:lnTo>
                    <a:pt x="182880" y="69583"/>
                  </a:lnTo>
                  <a:lnTo>
                    <a:pt x="195580" y="69583"/>
                  </a:lnTo>
                  <a:lnTo>
                    <a:pt x="200279" y="68008"/>
                  </a:lnTo>
                  <a:lnTo>
                    <a:pt x="219456" y="68008"/>
                  </a:lnTo>
                  <a:lnTo>
                    <a:pt x="225806" y="66420"/>
                  </a:lnTo>
                  <a:lnTo>
                    <a:pt x="243205" y="66420"/>
                  </a:lnTo>
                  <a:lnTo>
                    <a:pt x="270256" y="69583"/>
                  </a:lnTo>
                  <a:lnTo>
                    <a:pt x="318008" y="88569"/>
                  </a:lnTo>
                  <a:lnTo>
                    <a:pt x="346583" y="121780"/>
                  </a:lnTo>
                  <a:lnTo>
                    <a:pt x="351409" y="128104"/>
                  </a:lnTo>
                  <a:lnTo>
                    <a:pt x="351409" y="132841"/>
                  </a:lnTo>
                  <a:lnTo>
                    <a:pt x="348234" y="136004"/>
                  </a:lnTo>
                  <a:lnTo>
                    <a:pt x="345059" y="137591"/>
                  </a:lnTo>
                  <a:lnTo>
                    <a:pt x="340233" y="142341"/>
                  </a:lnTo>
                  <a:lnTo>
                    <a:pt x="332359" y="143916"/>
                  </a:lnTo>
                  <a:lnTo>
                    <a:pt x="322707" y="145503"/>
                  </a:lnTo>
                  <a:lnTo>
                    <a:pt x="310007" y="148666"/>
                  </a:lnTo>
                  <a:lnTo>
                    <a:pt x="300482" y="150240"/>
                  </a:lnTo>
                  <a:lnTo>
                    <a:pt x="294132" y="151828"/>
                  </a:lnTo>
                  <a:lnTo>
                    <a:pt x="284607" y="153403"/>
                  </a:lnTo>
                  <a:lnTo>
                    <a:pt x="275082" y="156565"/>
                  </a:lnTo>
                  <a:lnTo>
                    <a:pt x="268732" y="159727"/>
                  </a:lnTo>
                  <a:lnTo>
                    <a:pt x="259207" y="161315"/>
                  </a:lnTo>
                  <a:lnTo>
                    <a:pt x="254381" y="166052"/>
                  </a:lnTo>
                  <a:lnTo>
                    <a:pt x="249682" y="169227"/>
                  </a:lnTo>
                  <a:lnTo>
                    <a:pt x="244856" y="173964"/>
                  </a:lnTo>
                  <a:lnTo>
                    <a:pt x="243205" y="177126"/>
                  </a:lnTo>
                  <a:lnTo>
                    <a:pt x="241681" y="178714"/>
                  </a:lnTo>
                  <a:lnTo>
                    <a:pt x="241681" y="181876"/>
                  </a:lnTo>
                  <a:lnTo>
                    <a:pt x="240030" y="185038"/>
                  </a:lnTo>
                  <a:lnTo>
                    <a:pt x="241681" y="189776"/>
                  </a:lnTo>
                  <a:lnTo>
                    <a:pt x="241681" y="192938"/>
                  </a:lnTo>
                  <a:lnTo>
                    <a:pt x="243205" y="194525"/>
                  </a:lnTo>
                  <a:lnTo>
                    <a:pt x="249682" y="205600"/>
                  </a:lnTo>
                  <a:lnTo>
                    <a:pt x="257556" y="213499"/>
                  </a:lnTo>
                  <a:lnTo>
                    <a:pt x="270256" y="222986"/>
                  </a:lnTo>
                  <a:lnTo>
                    <a:pt x="295783" y="238810"/>
                  </a:lnTo>
                  <a:lnTo>
                    <a:pt x="305308" y="243547"/>
                  </a:lnTo>
                  <a:lnTo>
                    <a:pt x="314833" y="246710"/>
                  </a:lnTo>
                  <a:lnTo>
                    <a:pt x="318008" y="249872"/>
                  </a:lnTo>
                  <a:lnTo>
                    <a:pt x="325882" y="240385"/>
                  </a:lnTo>
                  <a:lnTo>
                    <a:pt x="322707" y="238810"/>
                  </a:lnTo>
                  <a:lnTo>
                    <a:pt x="311658" y="235648"/>
                  </a:lnTo>
                  <a:lnTo>
                    <a:pt x="298958" y="227736"/>
                  </a:lnTo>
                  <a:lnTo>
                    <a:pt x="282956" y="219824"/>
                  </a:lnTo>
                  <a:lnTo>
                    <a:pt x="270256" y="208762"/>
                  </a:lnTo>
                  <a:lnTo>
                    <a:pt x="259207" y="197688"/>
                  </a:lnTo>
                  <a:lnTo>
                    <a:pt x="256032" y="188201"/>
                  </a:lnTo>
                  <a:lnTo>
                    <a:pt x="260731" y="177126"/>
                  </a:lnTo>
                  <a:lnTo>
                    <a:pt x="273431" y="167639"/>
                  </a:lnTo>
                  <a:lnTo>
                    <a:pt x="292608" y="162890"/>
                  </a:lnTo>
                  <a:lnTo>
                    <a:pt x="330708" y="156565"/>
                  </a:lnTo>
                  <a:lnTo>
                    <a:pt x="346583" y="150240"/>
                  </a:lnTo>
                  <a:lnTo>
                    <a:pt x="359283" y="143916"/>
                  </a:lnTo>
                  <a:lnTo>
                    <a:pt x="365633" y="134429"/>
                  </a:lnTo>
                  <a:lnTo>
                    <a:pt x="360934" y="120192"/>
                  </a:lnTo>
                  <a:lnTo>
                    <a:pt x="324358" y="80657"/>
                  </a:lnTo>
                  <a:lnTo>
                    <a:pt x="292608" y="66420"/>
                  </a:lnTo>
                  <a:lnTo>
                    <a:pt x="275082" y="60096"/>
                  </a:lnTo>
                  <a:lnTo>
                    <a:pt x="259207" y="58521"/>
                  </a:lnTo>
                  <a:lnTo>
                    <a:pt x="246507" y="56934"/>
                  </a:lnTo>
                  <a:lnTo>
                    <a:pt x="216281" y="58521"/>
                  </a:lnTo>
                  <a:lnTo>
                    <a:pt x="192405" y="60096"/>
                  </a:lnTo>
                  <a:lnTo>
                    <a:pt x="168529" y="63258"/>
                  </a:lnTo>
                  <a:lnTo>
                    <a:pt x="131953" y="63258"/>
                  </a:lnTo>
                  <a:lnTo>
                    <a:pt x="93853" y="50609"/>
                  </a:lnTo>
                  <a:lnTo>
                    <a:pt x="73152" y="37960"/>
                  </a:lnTo>
                  <a:lnTo>
                    <a:pt x="50927" y="25298"/>
                  </a:lnTo>
                  <a:lnTo>
                    <a:pt x="34925" y="15811"/>
                  </a:lnTo>
                  <a:lnTo>
                    <a:pt x="23876" y="7912"/>
                  </a:lnTo>
                  <a:lnTo>
                    <a:pt x="11176" y="1587"/>
                  </a:lnTo>
                  <a:lnTo>
                    <a:pt x="9525" y="1587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737103" y="5698236"/>
              <a:ext cx="367665" cy="250190"/>
            </a:xfrm>
            <a:custGeom>
              <a:avLst/>
              <a:gdLst/>
              <a:ahLst/>
              <a:cxnLst/>
              <a:rect l="l" t="t" r="r" b="b"/>
              <a:pathLst>
                <a:path w="367664" h="250189">
                  <a:moveTo>
                    <a:pt x="11175" y="0"/>
                  </a:moveTo>
                  <a:lnTo>
                    <a:pt x="9525" y="0"/>
                  </a:lnTo>
                  <a:lnTo>
                    <a:pt x="0" y="6324"/>
                  </a:lnTo>
                  <a:lnTo>
                    <a:pt x="61975" y="44284"/>
                  </a:lnTo>
                  <a:lnTo>
                    <a:pt x="79501" y="53771"/>
                  </a:lnTo>
                  <a:lnTo>
                    <a:pt x="111251" y="66420"/>
                  </a:lnTo>
                  <a:lnTo>
                    <a:pt x="125602" y="69583"/>
                  </a:lnTo>
                  <a:lnTo>
                    <a:pt x="139953" y="69583"/>
                  </a:lnTo>
                  <a:lnTo>
                    <a:pt x="154177" y="71170"/>
                  </a:lnTo>
                  <a:lnTo>
                    <a:pt x="168528" y="69583"/>
                  </a:lnTo>
                  <a:lnTo>
                    <a:pt x="189229" y="69583"/>
                  </a:lnTo>
                  <a:lnTo>
                    <a:pt x="195579" y="68008"/>
                  </a:lnTo>
                  <a:lnTo>
                    <a:pt x="206628" y="68008"/>
                  </a:lnTo>
                  <a:lnTo>
                    <a:pt x="211454" y="66420"/>
                  </a:lnTo>
                  <a:lnTo>
                    <a:pt x="244856" y="66420"/>
                  </a:lnTo>
                  <a:lnTo>
                    <a:pt x="287781" y="72745"/>
                  </a:lnTo>
                  <a:lnTo>
                    <a:pt x="332231" y="99631"/>
                  </a:lnTo>
                  <a:lnTo>
                    <a:pt x="349757" y="128104"/>
                  </a:lnTo>
                  <a:lnTo>
                    <a:pt x="349757" y="131267"/>
                  </a:lnTo>
                  <a:lnTo>
                    <a:pt x="311531" y="147078"/>
                  </a:lnTo>
                  <a:lnTo>
                    <a:pt x="302006" y="148666"/>
                  </a:lnTo>
                  <a:lnTo>
                    <a:pt x="294131" y="150240"/>
                  </a:lnTo>
                  <a:lnTo>
                    <a:pt x="284606" y="151828"/>
                  </a:lnTo>
                  <a:lnTo>
                    <a:pt x="274954" y="156565"/>
                  </a:lnTo>
                  <a:lnTo>
                    <a:pt x="246379" y="173964"/>
                  </a:lnTo>
                  <a:lnTo>
                    <a:pt x="243204" y="175552"/>
                  </a:lnTo>
                  <a:lnTo>
                    <a:pt x="243204" y="178714"/>
                  </a:lnTo>
                  <a:lnTo>
                    <a:pt x="241681" y="181876"/>
                  </a:lnTo>
                  <a:lnTo>
                    <a:pt x="241681" y="191363"/>
                  </a:lnTo>
                  <a:lnTo>
                    <a:pt x="248031" y="205600"/>
                  </a:lnTo>
                  <a:lnTo>
                    <a:pt x="259079" y="213499"/>
                  </a:lnTo>
                  <a:lnTo>
                    <a:pt x="270256" y="222986"/>
                  </a:lnTo>
                  <a:lnTo>
                    <a:pt x="282956" y="230898"/>
                  </a:lnTo>
                  <a:lnTo>
                    <a:pt x="314706" y="246710"/>
                  </a:lnTo>
                  <a:lnTo>
                    <a:pt x="319531" y="249872"/>
                  </a:lnTo>
                  <a:lnTo>
                    <a:pt x="327532" y="240385"/>
                  </a:lnTo>
                  <a:lnTo>
                    <a:pt x="321056" y="238810"/>
                  </a:lnTo>
                  <a:lnTo>
                    <a:pt x="313181" y="232486"/>
                  </a:lnTo>
                  <a:lnTo>
                    <a:pt x="298831" y="226161"/>
                  </a:lnTo>
                  <a:lnTo>
                    <a:pt x="284606" y="216661"/>
                  </a:lnTo>
                  <a:lnTo>
                    <a:pt x="270256" y="208762"/>
                  </a:lnTo>
                  <a:lnTo>
                    <a:pt x="260731" y="197688"/>
                  </a:lnTo>
                  <a:lnTo>
                    <a:pt x="255904" y="185038"/>
                  </a:lnTo>
                  <a:lnTo>
                    <a:pt x="260731" y="175552"/>
                  </a:lnTo>
                  <a:lnTo>
                    <a:pt x="274954" y="167639"/>
                  </a:lnTo>
                  <a:lnTo>
                    <a:pt x="290956" y="162890"/>
                  </a:lnTo>
                  <a:lnTo>
                    <a:pt x="311531" y="158153"/>
                  </a:lnTo>
                  <a:lnTo>
                    <a:pt x="330707" y="153403"/>
                  </a:lnTo>
                  <a:lnTo>
                    <a:pt x="348106" y="150240"/>
                  </a:lnTo>
                  <a:lnTo>
                    <a:pt x="360806" y="143916"/>
                  </a:lnTo>
                  <a:lnTo>
                    <a:pt x="367156" y="134429"/>
                  </a:lnTo>
                  <a:lnTo>
                    <a:pt x="362457" y="120192"/>
                  </a:lnTo>
                  <a:lnTo>
                    <a:pt x="338581" y="90144"/>
                  </a:lnTo>
                  <a:lnTo>
                    <a:pt x="290956" y="64846"/>
                  </a:lnTo>
                  <a:lnTo>
                    <a:pt x="260731" y="56934"/>
                  </a:lnTo>
                  <a:lnTo>
                    <a:pt x="246379" y="56934"/>
                  </a:lnTo>
                  <a:lnTo>
                    <a:pt x="216153" y="58521"/>
                  </a:lnTo>
                  <a:lnTo>
                    <a:pt x="192404" y="60096"/>
                  </a:lnTo>
                  <a:lnTo>
                    <a:pt x="170052" y="63258"/>
                  </a:lnTo>
                  <a:lnTo>
                    <a:pt x="151002" y="63258"/>
                  </a:lnTo>
                  <a:lnTo>
                    <a:pt x="112902" y="56934"/>
                  </a:lnTo>
                  <a:lnTo>
                    <a:pt x="71500" y="37960"/>
                  </a:lnTo>
                  <a:lnTo>
                    <a:pt x="50926" y="23723"/>
                  </a:lnTo>
                  <a:lnTo>
                    <a:pt x="36575" y="15811"/>
                  </a:lnTo>
                  <a:lnTo>
                    <a:pt x="23875" y="7912"/>
                  </a:lnTo>
                  <a:lnTo>
                    <a:pt x="17525" y="4749"/>
                  </a:lnTo>
                  <a:lnTo>
                    <a:pt x="12700" y="1587"/>
                  </a:lnTo>
                  <a:lnTo>
                    <a:pt x="11175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5139" y="5876544"/>
              <a:ext cx="226949" cy="108140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1786127" y="5535168"/>
              <a:ext cx="1000125" cy="553720"/>
            </a:xfrm>
            <a:custGeom>
              <a:avLst/>
              <a:gdLst/>
              <a:ahLst/>
              <a:cxnLst/>
              <a:rect l="l" t="t" r="r" b="b"/>
              <a:pathLst>
                <a:path w="1000125" h="553720">
                  <a:moveTo>
                    <a:pt x="536321" y="0"/>
                  </a:moveTo>
                  <a:lnTo>
                    <a:pt x="0" y="324256"/>
                  </a:lnTo>
                  <a:lnTo>
                    <a:pt x="0" y="367169"/>
                  </a:lnTo>
                  <a:lnTo>
                    <a:pt x="323723" y="553148"/>
                  </a:lnTo>
                  <a:lnTo>
                    <a:pt x="999744" y="363994"/>
                  </a:lnTo>
                  <a:lnTo>
                    <a:pt x="999744" y="273392"/>
                  </a:lnTo>
                  <a:lnTo>
                    <a:pt x="536321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767839" y="5440680"/>
              <a:ext cx="1028700" cy="586740"/>
            </a:xfrm>
            <a:custGeom>
              <a:avLst/>
              <a:gdLst/>
              <a:ahLst/>
              <a:cxnLst/>
              <a:rect l="l" t="t" r="r" b="b"/>
              <a:pathLst>
                <a:path w="1028700" h="586739">
                  <a:moveTo>
                    <a:pt x="733425" y="0"/>
                  </a:moveTo>
                  <a:lnTo>
                    <a:pt x="0" y="193446"/>
                  </a:lnTo>
                  <a:lnTo>
                    <a:pt x="0" y="393230"/>
                  </a:lnTo>
                  <a:lnTo>
                    <a:pt x="336550" y="586676"/>
                  </a:lnTo>
                  <a:lnTo>
                    <a:pt x="1028573" y="396405"/>
                  </a:lnTo>
                  <a:lnTo>
                    <a:pt x="1028573" y="163322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778507" y="5654040"/>
              <a:ext cx="326390" cy="353695"/>
            </a:xfrm>
            <a:custGeom>
              <a:avLst/>
              <a:gdLst/>
              <a:ahLst/>
              <a:cxnLst/>
              <a:rect l="l" t="t" r="r" b="b"/>
              <a:pathLst>
                <a:path w="326389" h="353695">
                  <a:moveTo>
                    <a:pt x="0" y="0"/>
                  </a:moveTo>
                  <a:lnTo>
                    <a:pt x="0" y="171970"/>
                  </a:lnTo>
                  <a:lnTo>
                    <a:pt x="326136" y="353504"/>
                  </a:lnTo>
                  <a:lnTo>
                    <a:pt x="316611" y="1576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136647" y="5899404"/>
              <a:ext cx="870585" cy="332740"/>
            </a:xfrm>
            <a:custGeom>
              <a:avLst/>
              <a:gdLst/>
              <a:ahLst/>
              <a:cxnLst/>
              <a:rect l="l" t="t" r="r" b="b"/>
              <a:pathLst>
                <a:path w="870585" h="332739">
                  <a:moveTo>
                    <a:pt x="624077" y="0"/>
                  </a:moveTo>
                  <a:lnTo>
                    <a:pt x="0" y="154165"/>
                  </a:lnTo>
                  <a:lnTo>
                    <a:pt x="155575" y="332168"/>
                  </a:lnTo>
                  <a:lnTo>
                    <a:pt x="870076" y="138264"/>
                  </a:lnTo>
                  <a:lnTo>
                    <a:pt x="624077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142743" y="5878068"/>
              <a:ext cx="867410" cy="335280"/>
            </a:xfrm>
            <a:custGeom>
              <a:avLst/>
              <a:gdLst/>
              <a:ahLst/>
              <a:cxnLst/>
              <a:rect l="l" t="t" r="r" b="b"/>
              <a:pathLst>
                <a:path w="867410" h="335279">
                  <a:moveTo>
                    <a:pt x="620903" y="0"/>
                  </a:moveTo>
                  <a:lnTo>
                    <a:pt x="0" y="162051"/>
                  </a:lnTo>
                  <a:lnTo>
                    <a:pt x="154050" y="335216"/>
                  </a:lnTo>
                  <a:lnTo>
                    <a:pt x="867029" y="139801"/>
                  </a:lnTo>
                  <a:lnTo>
                    <a:pt x="620903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165603" y="5676900"/>
              <a:ext cx="558165" cy="152400"/>
            </a:xfrm>
            <a:custGeom>
              <a:avLst/>
              <a:gdLst/>
              <a:ahLst/>
              <a:cxnLst/>
              <a:rect l="l" t="t" r="r" b="b"/>
              <a:pathLst>
                <a:path w="558164" h="152400">
                  <a:moveTo>
                    <a:pt x="0" y="152336"/>
                  </a:moveTo>
                  <a:lnTo>
                    <a:pt x="557657" y="0"/>
                  </a:lnTo>
                  <a:lnTo>
                    <a:pt x="0" y="152336"/>
                  </a:lnTo>
                </a:path>
              </a:pathLst>
            </a:custGeom>
            <a:ln w="12192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197607" y="5791200"/>
              <a:ext cx="116205" cy="45720"/>
            </a:xfrm>
            <a:custGeom>
              <a:avLst/>
              <a:gdLst/>
              <a:ahLst/>
              <a:cxnLst/>
              <a:rect l="l" t="t" r="r" b="b"/>
              <a:pathLst>
                <a:path w="116205" h="45720">
                  <a:moveTo>
                    <a:pt x="112649" y="0"/>
                  </a:moveTo>
                  <a:lnTo>
                    <a:pt x="0" y="29921"/>
                  </a:lnTo>
                  <a:lnTo>
                    <a:pt x="1524" y="45669"/>
                  </a:lnTo>
                  <a:lnTo>
                    <a:pt x="115824" y="14173"/>
                  </a:lnTo>
                  <a:lnTo>
                    <a:pt x="112649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197607" y="5791200"/>
              <a:ext cx="116205" cy="45720"/>
            </a:xfrm>
            <a:custGeom>
              <a:avLst/>
              <a:gdLst/>
              <a:ahLst/>
              <a:cxnLst/>
              <a:rect l="l" t="t" r="r" b="b"/>
              <a:pathLst>
                <a:path w="116205" h="45720">
                  <a:moveTo>
                    <a:pt x="112649" y="0"/>
                  </a:moveTo>
                  <a:lnTo>
                    <a:pt x="0" y="29921"/>
                  </a:lnTo>
                  <a:lnTo>
                    <a:pt x="1524" y="45669"/>
                  </a:lnTo>
                  <a:lnTo>
                    <a:pt x="115824" y="14173"/>
                  </a:lnTo>
                  <a:lnTo>
                    <a:pt x="112649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357627" y="5750052"/>
              <a:ext cx="120650" cy="44450"/>
            </a:xfrm>
            <a:custGeom>
              <a:avLst/>
              <a:gdLst/>
              <a:ahLst/>
              <a:cxnLst/>
              <a:rect l="l" t="t" r="r" b="b"/>
              <a:pathLst>
                <a:path w="120650" h="44450">
                  <a:moveTo>
                    <a:pt x="117221" y="0"/>
                  </a:moveTo>
                  <a:lnTo>
                    <a:pt x="0" y="29959"/>
                  </a:lnTo>
                  <a:lnTo>
                    <a:pt x="3175" y="44145"/>
                  </a:lnTo>
                  <a:lnTo>
                    <a:pt x="120396" y="12611"/>
                  </a:lnTo>
                  <a:lnTo>
                    <a:pt x="117221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357627" y="5750052"/>
              <a:ext cx="120650" cy="44450"/>
            </a:xfrm>
            <a:custGeom>
              <a:avLst/>
              <a:gdLst/>
              <a:ahLst/>
              <a:cxnLst/>
              <a:rect l="l" t="t" r="r" b="b"/>
              <a:pathLst>
                <a:path w="120650" h="44450">
                  <a:moveTo>
                    <a:pt x="117221" y="0"/>
                  </a:moveTo>
                  <a:lnTo>
                    <a:pt x="0" y="29959"/>
                  </a:lnTo>
                  <a:lnTo>
                    <a:pt x="3175" y="44145"/>
                  </a:lnTo>
                  <a:lnTo>
                    <a:pt x="120396" y="12611"/>
                  </a:lnTo>
                  <a:lnTo>
                    <a:pt x="11722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815083" y="4968240"/>
              <a:ext cx="948055" cy="809625"/>
            </a:xfrm>
            <a:custGeom>
              <a:avLst/>
              <a:gdLst/>
              <a:ahLst/>
              <a:cxnLst/>
              <a:rect l="l" t="t" r="r" b="b"/>
              <a:pathLst>
                <a:path w="948055" h="809625">
                  <a:moveTo>
                    <a:pt x="884301" y="0"/>
                  </a:moveTo>
                  <a:lnTo>
                    <a:pt x="274701" y="162179"/>
                  </a:lnTo>
                  <a:lnTo>
                    <a:pt x="130175" y="85852"/>
                  </a:lnTo>
                  <a:lnTo>
                    <a:pt x="0" y="166878"/>
                  </a:lnTo>
                  <a:lnTo>
                    <a:pt x="57150" y="642251"/>
                  </a:lnTo>
                  <a:lnTo>
                    <a:pt x="273050" y="809180"/>
                  </a:lnTo>
                  <a:lnTo>
                    <a:pt x="947801" y="631126"/>
                  </a:lnTo>
                  <a:lnTo>
                    <a:pt x="925576" y="34925"/>
                  </a:lnTo>
                  <a:lnTo>
                    <a:pt x="884301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799843" y="4937760"/>
              <a:ext cx="977265" cy="820419"/>
            </a:xfrm>
            <a:custGeom>
              <a:avLst/>
              <a:gdLst/>
              <a:ahLst/>
              <a:cxnLst/>
              <a:rect l="l" t="t" r="r" b="b"/>
              <a:pathLst>
                <a:path w="977264" h="820420">
                  <a:moveTo>
                    <a:pt x="913257" y="0"/>
                  </a:moveTo>
                  <a:lnTo>
                    <a:pt x="300228" y="161797"/>
                  </a:lnTo>
                  <a:lnTo>
                    <a:pt x="155701" y="87248"/>
                  </a:lnTo>
                  <a:lnTo>
                    <a:pt x="19050" y="142747"/>
                  </a:lnTo>
                  <a:lnTo>
                    <a:pt x="0" y="161797"/>
                  </a:lnTo>
                  <a:lnTo>
                    <a:pt x="0" y="569340"/>
                  </a:lnTo>
                  <a:lnTo>
                    <a:pt x="166750" y="732637"/>
                  </a:lnTo>
                  <a:lnTo>
                    <a:pt x="303403" y="819848"/>
                  </a:lnTo>
                  <a:lnTo>
                    <a:pt x="976757" y="631189"/>
                  </a:lnTo>
                  <a:lnTo>
                    <a:pt x="954532" y="34925"/>
                  </a:lnTo>
                  <a:lnTo>
                    <a:pt x="913257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815084" y="5053583"/>
              <a:ext cx="273050" cy="664845"/>
            </a:xfrm>
            <a:custGeom>
              <a:avLst/>
              <a:gdLst/>
              <a:ahLst/>
              <a:cxnLst/>
              <a:rect l="l" t="t" r="r" b="b"/>
              <a:pathLst>
                <a:path w="273050" h="664845">
                  <a:moveTo>
                    <a:pt x="124968" y="0"/>
                  </a:moveTo>
                  <a:lnTo>
                    <a:pt x="4699" y="53848"/>
                  </a:lnTo>
                  <a:lnTo>
                    <a:pt x="0" y="432562"/>
                  </a:lnTo>
                  <a:lnTo>
                    <a:pt x="121793" y="556196"/>
                  </a:lnTo>
                  <a:lnTo>
                    <a:pt x="124968" y="0"/>
                  </a:lnTo>
                  <a:close/>
                </a:path>
                <a:path w="273050" h="664845">
                  <a:moveTo>
                    <a:pt x="272669" y="72390"/>
                  </a:moveTo>
                  <a:lnTo>
                    <a:pt x="167894" y="15240"/>
                  </a:lnTo>
                  <a:lnTo>
                    <a:pt x="161544" y="597738"/>
                  </a:lnTo>
                  <a:lnTo>
                    <a:pt x="272669" y="664400"/>
                  </a:lnTo>
                  <a:lnTo>
                    <a:pt x="272669" y="7239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203703" y="5036820"/>
              <a:ext cx="484505" cy="611505"/>
            </a:xfrm>
            <a:custGeom>
              <a:avLst/>
              <a:gdLst/>
              <a:ahLst/>
              <a:cxnLst/>
              <a:rect l="l" t="t" r="r" b="b"/>
              <a:pathLst>
                <a:path w="484505" h="611504">
                  <a:moveTo>
                    <a:pt x="470281" y="0"/>
                  </a:moveTo>
                  <a:lnTo>
                    <a:pt x="1650" y="131698"/>
                  </a:lnTo>
                  <a:lnTo>
                    <a:pt x="0" y="611060"/>
                  </a:lnTo>
                  <a:lnTo>
                    <a:pt x="484504" y="480948"/>
                  </a:lnTo>
                  <a:lnTo>
                    <a:pt x="470281" y="0"/>
                  </a:lnTo>
                  <a:close/>
                </a:path>
              </a:pathLst>
            </a:custGeom>
            <a:solidFill>
              <a:srgbClr val="032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958339" y="4863084"/>
              <a:ext cx="756285" cy="238125"/>
            </a:xfrm>
            <a:custGeom>
              <a:avLst/>
              <a:gdLst/>
              <a:ahLst/>
              <a:cxnLst/>
              <a:rect l="l" t="t" r="r" b="b"/>
              <a:pathLst>
                <a:path w="756285" h="238125">
                  <a:moveTo>
                    <a:pt x="612902" y="0"/>
                  </a:moveTo>
                  <a:lnTo>
                    <a:pt x="0" y="164846"/>
                  </a:lnTo>
                  <a:lnTo>
                    <a:pt x="142875" y="237744"/>
                  </a:lnTo>
                  <a:lnTo>
                    <a:pt x="755777" y="74422"/>
                  </a:lnTo>
                  <a:lnTo>
                    <a:pt x="612902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2701289" y="4761357"/>
              <a:ext cx="2303145" cy="151130"/>
            </a:xfrm>
            <a:custGeom>
              <a:avLst/>
              <a:gdLst/>
              <a:ahLst/>
              <a:cxnLst/>
              <a:rect l="l" t="t" r="r" b="b"/>
              <a:pathLst>
                <a:path w="2303145" h="151129">
                  <a:moveTo>
                    <a:pt x="251587" y="0"/>
                  </a:moveTo>
                  <a:lnTo>
                    <a:pt x="0" y="75057"/>
                  </a:lnTo>
                  <a:lnTo>
                    <a:pt x="251333" y="150876"/>
                  </a:lnTo>
                  <a:lnTo>
                    <a:pt x="184363" y="100500"/>
                  </a:lnTo>
                  <a:lnTo>
                    <a:pt x="150876" y="100457"/>
                  </a:lnTo>
                  <a:lnTo>
                    <a:pt x="150876" y="50165"/>
                  </a:lnTo>
                  <a:lnTo>
                    <a:pt x="184502" y="50165"/>
                  </a:lnTo>
                  <a:lnTo>
                    <a:pt x="251587" y="0"/>
                  </a:lnTo>
                  <a:close/>
                </a:path>
                <a:path w="2303145" h="151129">
                  <a:moveTo>
                    <a:pt x="184444" y="50208"/>
                  </a:moveTo>
                  <a:lnTo>
                    <a:pt x="150876" y="75311"/>
                  </a:lnTo>
                  <a:lnTo>
                    <a:pt x="184363" y="100500"/>
                  </a:lnTo>
                  <a:lnTo>
                    <a:pt x="2302764" y="103251"/>
                  </a:lnTo>
                  <a:lnTo>
                    <a:pt x="2302764" y="52959"/>
                  </a:lnTo>
                  <a:lnTo>
                    <a:pt x="184444" y="50208"/>
                  </a:lnTo>
                  <a:close/>
                </a:path>
                <a:path w="2303145" h="151129">
                  <a:moveTo>
                    <a:pt x="150876" y="75311"/>
                  </a:moveTo>
                  <a:lnTo>
                    <a:pt x="150876" y="100457"/>
                  </a:lnTo>
                  <a:lnTo>
                    <a:pt x="184363" y="100500"/>
                  </a:lnTo>
                  <a:lnTo>
                    <a:pt x="150876" y="75311"/>
                  </a:lnTo>
                  <a:close/>
                </a:path>
                <a:path w="2303145" h="151129">
                  <a:moveTo>
                    <a:pt x="150876" y="50165"/>
                  </a:moveTo>
                  <a:lnTo>
                    <a:pt x="150876" y="75311"/>
                  </a:lnTo>
                  <a:lnTo>
                    <a:pt x="184444" y="50208"/>
                  </a:lnTo>
                  <a:lnTo>
                    <a:pt x="150876" y="50165"/>
                  </a:lnTo>
                  <a:close/>
                </a:path>
                <a:path w="2303145" h="151129">
                  <a:moveTo>
                    <a:pt x="184502" y="50165"/>
                  </a:moveTo>
                  <a:lnTo>
                    <a:pt x="150876" y="50165"/>
                  </a:lnTo>
                  <a:lnTo>
                    <a:pt x="184444" y="5020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295143" y="5129784"/>
              <a:ext cx="238125" cy="441959"/>
            </a:xfrm>
            <a:custGeom>
              <a:avLst/>
              <a:gdLst/>
              <a:ahLst/>
              <a:cxnLst/>
              <a:rect l="l" t="t" r="r" b="b"/>
              <a:pathLst>
                <a:path w="238125" h="441960">
                  <a:moveTo>
                    <a:pt x="237617" y="0"/>
                  </a:moveTo>
                  <a:lnTo>
                    <a:pt x="0" y="61722"/>
                  </a:lnTo>
                  <a:lnTo>
                    <a:pt x="0" y="441960"/>
                  </a:lnTo>
                  <a:lnTo>
                    <a:pt x="237617" y="376936"/>
                  </a:lnTo>
                  <a:lnTo>
                    <a:pt x="2376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318003" y="5138928"/>
              <a:ext cx="236220" cy="445134"/>
            </a:xfrm>
            <a:custGeom>
              <a:avLst/>
              <a:gdLst/>
              <a:ahLst/>
              <a:cxnLst/>
              <a:rect l="l" t="t" r="r" b="b"/>
              <a:pathLst>
                <a:path w="236219" h="445135">
                  <a:moveTo>
                    <a:pt x="236219" y="0"/>
                  </a:moveTo>
                  <a:lnTo>
                    <a:pt x="0" y="61976"/>
                  </a:lnTo>
                  <a:lnTo>
                    <a:pt x="0" y="444881"/>
                  </a:lnTo>
                  <a:lnTo>
                    <a:pt x="236219" y="381381"/>
                  </a:lnTo>
                  <a:lnTo>
                    <a:pt x="236219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2336291" y="5151120"/>
              <a:ext cx="238125" cy="443865"/>
            </a:xfrm>
            <a:custGeom>
              <a:avLst/>
              <a:gdLst/>
              <a:ahLst/>
              <a:cxnLst/>
              <a:rect l="l" t="t" r="r" b="b"/>
              <a:pathLst>
                <a:path w="238125" h="443864">
                  <a:moveTo>
                    <a:pt x="237616" y="0"/>
                  </a:moveTo>
                  <a:lnTo>
                    <a:pt x="0" y="61975"/>
                  </a:lnTo>
                  <a:lnTo>
                    <a:pt x="0" y="443420"/>
                  </a:lnTo>
                  <a:lnTo>
                    <a:pt x="237616" y="378205"/>
                  </a:lnTo>
                  <a:lnTo>
                    <a:pt x="237616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2351531" y="5169408"/>
              <a:ext cx="207645" cy="405765"/>
            </a:xfrm>
            <a:custGeom>
              <a:avLst/>
              <a:gdLst/>
              <a:ahLst/>
              <a:cxnLst/>
              <a:rect l="l" t="t" r="r" b="b"/>
              <a:pathLst>
                <a:path w="207644" h="405764">
                  <a:moveTo>
                    <a:pt x="207263" y="0"/>
                  </a:moveTo>
                  <a:lnTo>
                    <a:pt x="0" y="52197"/>
                  </a:lnTo>
                  <a:lnTo>
                    <a:pt x="0" y="405384"/>
                  </a:lnTo>
                  <a:lnTo>
                    <a:pt x="207263" y="351536"/>
                  </a:lnTo>
                  <a:lnTo>
                    <a:pt x="207263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9819" y="5233416"/>
              <a:ext cx="69977" cy="30632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68879" y="5205984"/>
              <a:ext cx="69976" cy="306197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>
            <a:off x="5136260" y="4719320"/>
            <a:ext cx="18662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Formatted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report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696717" y="2360167"/>
            <a:ext cx="12477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CC"/>
                </a:solidFill>
                <a:latin typeface="Arial"/>
                <a:cs typeface="Arial"/>
              </a:rPr>
              <a:t>Internet </a:t>
            </a:r>
            <a:r>
              <a:rPr dirty="0" sz="2400" spc="-655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CC"/>
                </a:solidFill>
                <a:latin typeface="Arial"/>
                <a:cs typeface="Arial"/>
              </a:rPr>
              <a:t>Bro</a:t>
            </a:r>
            <a:r>
              <a:rPr dirty="0" sz="2400" spc="20" b="1">
                <a:solidFill>
                  <a:srgbClr val="FFFFCC"/>
                </a:solidFill>
                <a:latin typeface="Arial"/>
                <a:cs typeface="Arial"/>
              </a:rPr>
              <a:t>w</a:t>
            </a:r>
            <a:r>
              <a:rPr dirty="0" sz="2400" spc="-5" b="1">
                <a:solidFill>
                  <a:srgbClr val="FFFFCC"/>
                </a:solidFill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2537460" y="1958339"/>
            <a:ext cx="1563370" cy="569595"/>
            <a:chOff x="2537460" y="1958339"/>
            <a:chExt cx="1563370" cy="569595"/>
          </a:xfrm>
        </p:grpSpPr>
        <p:pic>
          <p:nvPicPr>
            <p:cNvPr id="100" name="object 10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60904" y="2034539"/>
              <a:ext cx="1296923" cy="323088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37460" y="1959863"/>
              <a:ext cx="404622" cy="567689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02992" y="1958339"/>
              <a:ext cx="1497330" cy="567689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2685414" y="2022475"/>
            <a:ext cx="12509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 i="1">
                <a:solidFill>
                  <a:srgbClr val="FFFFCC"/>
                </a:solidFill>
                <a:latin typeface="Gill Sans MT"/>
                <a:cs typeface="Gill Sans MT"/>
              </a:rPr>
              <a:t>i</a:t>
            </a:r>
            <a:r>
              <a:rPr dirty="0" sz="2000" b="1">
                <a:solidFill>
                  <a:srgbClr val="FFFFCC"/>
                </a:solidFill>
                <a:latin typeface="Arial"/>
                <a:cs typeface="Arial"/>
              </a:rPr>
              <a:t>SQL*Plus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4250">
                        <a:latin typeface="Times New Roman"/>
                        <a:cs typeface="Times New Roman"/>
                      </a:endParaRPr>
                    </a:p>
                    <a:p>
                      <a:pPr marL="575945">
                        <a:lnSpc>
                          <a:spcPct val="100000"/>
                        </a:lnSpc>
                      </a:pPr>
                      <a:r>
                        <a:rPr dirty="0" sz="25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SQL</a:t>
                      </a:r>
                      <a:r>
                        <a:rPr dirty="0" sz="2500" spc="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5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STATEMENTS</a:t>
                      </a:r>
                      <a:r>
                        <a:rPr dirty="0" sz="2500" spc="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versus</a:t>
                      </a:r>
                      <a:r>
                        <a:rPr dirty="0" sz="2500" spc="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5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SQL*PLUS</a:t>
                      </a:r>
                      <a:r>
                        <a:rPr dirty="0" sz="2500" spc="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5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COMMANDS</a:t>
                      </a:r>
                      <a:endParaRPr sz="2500">
                        <a:latin typeface="Gill Sans MT"/>
                        <a:cs typeface="Gill Sans MT"/>
                      </a:endParaRPr>
                    </a:p>
                  </a:txBody>
                  <a:tcPr marL="0" marR="0" marB="0" marT="381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3220973" y="5377434"/>
            <a:ext cx="1519555" cy="847725"/>
            <a:chOff x="3220973" y="5377434"/>
            <a:chExt cx="1519555" cy="847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0973" y="5377434"/>
              <a:ext cx="1519427" cy="8473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8539" y="5411724"/>
              <a:ext cx="861822" cy="56769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8583" y="5716523"/>
            <a:ext cx="1683258" cy="5676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20973" y="5377434"/>
            <a:ext cx="1519555" cy="84772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wrap="square" lIns="0" tIns="1123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2000" b="1">
                <a:solidFill>
                  <a:srgbClr val="FFFFCC"/>
                </a:solidFill>
                <a:latin typeface="Arial"/>
                <a:cs typeface="Arial"/>
              </a:rPr>
              <a:t>SQL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b="1">
                <a:solidFill>
                  <a:srgbClr val="FFFFCC"/>
                </a:solidFill>
                <a:latin typeface="Arial"/>
                <a:cs typeface="Arial"/>
              </a:rPr>
              <a:t>statements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71438" y="1901189"/>
            <a:ext cx="7620" cy="4371340"/>
          </a:xfrm>
          <a:custGeom>
            <a:avLst/>
            <a:gdLst/>
            <a:ahLst/>
            <a:cxnLst/>
            <a:rect l="l" t="t" r="r" b="b"/>
            <a:pathLst>
              <a:path w="7620" h="4371340">
                <a:moveTo>
                  <a:pt x="0" y="0"/>
                </a:moveTo>
                <a:lnTo>
                  <a:pt x="7620" y="4370832"/>
                </a:lnTo>
              </a:path>
            </a:pathLst>
          </a:custGeom>
          <a:ln w="50292">
            <a:solidFill>
              <a:srgbClr val="FFC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92755" y="2221581"/>
            <a:ext cx="3430904" cy="263207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000" b="1">
                <a:latin typeface="Arial"/>
                <a:cs typeface="Arial"/>
              </a:rPr>
              <a:t>SQL</a:t>
            </a:r>
            <a:endParaRPr sz="2000">
              <a:latin typeface="Arial"/>
              <a:cs typeface="Arial"/>
            </a:endParaRPr>
          </a:p>
          <a:p>
            <a:pPr marL="353695" indent="-227329">
              <a:lnSpc>
                <a:spcPct val="100000"/>
              </a:lnSpc>
              <a:spcBef>
                <a:spcPts val="480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1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language</a:t>
            </a:r>
            <a:endParaRPr sz="2000">
              <a:latin typeface="Arial"/>
              <a:cs typeface="Arial"/>
            </a:endParaRPr>
          </a:p>
          <a:p>
            <a:pPr marL="353695" indent="-227329">
              <a:lnSpc>
                <a:spcPct val="100000"/>
              </a:lnSpc>
              <a:spcBef>
                <a:spcPts val="480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ANSI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standard</a:t>
            </a:r>
            <a:endParaRPr sz="2000">
              <a:latin typeface="Arial"/>
              <a:cs typeface="Arial"/>
            </a:endParaRPr>
          </a:p>
          <a:p>
            <a:pPr marL="353695" marR="726440" indent="-227329">
              <a:lnSpc>
                <a:spcPts val="2039"/>
              </a:lnSpc>
              <a:spcBef>
                <a:spcPts val="850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Keyword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cannot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be </a:t>
            </a:r>
            <a:r>
              <a:rPr dirty="0" sz="2000" spc="-5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abbreviated</a:t>
            </a:r>
            <a:endParaRPr sz="2000">
              <a:latin typeface="Arial"/>
              <a:cs typeface="Arial"/>
            </a:endParaRPr>
          </a:p>
          <a:p>
            <a:pPr marL="353695" marR="5080" indent="-227329">
              <a:lnSpc>
                <a:spcPct val="85100"/>
              </a:lnSpc>
              <a:spcBef>
                <a:spcPts val="830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Statements manipulate </a:t>
            </a:r>
            <a:r>
              <a:rPr dirty="0" sz="2000" spc="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table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definitions </a:t>
            </a:r>
            <a:r>
              <a:rPr dirty="0" sz="2000" spc="-5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database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55079" y="1967483"/>
            <a:ext cx="1497330" cy="567690"/>
            <a:chOff x="6355079" y="1967483"/>
            <a:chExt cx="1497330" cy="56769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4106" y="2123410"/>
              <a:ext cx="100025" cy="2043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5079" y="1967483"/>
              <a:ext cx="861822" cy="56768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77811" y="1967483"/>
              <a:ext cx="974598" cy="56768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433565" y="1968664"/>
            <a:ext cx="4498975" cy="3367404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000" spc="-5" b="1" i="1">
                <a:latin typeface="Times New Roman"/>
                <a:cs typeface="Times New Roman"/>
              </a:rPr>
              <a:t>i</a:t>
            </a:r>
            <a:r>
              <a:rPr dirty="0" sz="2000" spc="-5" b="1">
                <a:latin typeface="Arial"/>
                <a:cs typeface="Arial"/>
              </a:rPr>
              <a:t>SQL*Plus</a:t>
            </a:r>
            <a:endParaRPr sz="2000">
              <a:latin typeface="Arial"/>
              <a:cs typeface="Arial"/>
            </a:endParaRPr>
          </a:p>
          <a:p>
            <a:pPr marL="353695" indent="-227329">
              <a:lnSpc>
                <a:spcPct val="100000"/>
              </a:lnSpc>
              <a:spcBef>
                <a:spcPts val="495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An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environment</a:t>
            </a:r>
            <a:endParaRPr sz="2000">
              <a:latin typeface="Arial"/>
              <a:cs typeface="Arial"/>
            </a:endParaRPr>
          </a:p>
          <a:p>
            <a:pPr marL="353695" indent="-227329">
              <a:lnSpc>
                <a:spcPct val="100000"/>
              </a:lnSpc>
              <a:spcBef>
                <a:spcPts val="480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Oracle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proprietary</a:t>
            </a:r>
            <a:endParaRPr sz="2000">
              <a:latin typeface="Arial"/>
              <a:cs typeface="Arial"/>
            </a:endParaRPr>
          </a:p>
          <a:p>
            <a:pPr marL="353695" indent="-227329">
              <a:lnSpc>
                <a:spcPct val="100000"/>
              </a:lnSpc>
              <a:spcBef>
                <a:spcPts val="480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Keywords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can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be</a:t>
            </a:r>
            <a:r>
              <a:rPr dirty="0" sz="2000" spc="-5" b="1">
                <a:latin typeface="Arial"/>
                <a:cs typeface="Arial"/>
              </a:rPr>
              <a:t> abbreviated</a:t>
            </a:r>
            <a:endParaRPr sz="2000">
              <a:latin typeface="Arial"/>
              <a:cs typeface="Arial"/>
            </a:endParaRPr>
          </a:p>
          <a:p>
            <a:pPr marL="353695" marR="638810" indent="-227329">
              <a:lnSpc>
                <a:spcPct val="85000"/>
              </a:lnSpc>
              <a:spcBef>
                <a:spcPts val="840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Commands do not </a:t>
            </a:r>
            <a:r>
              <a:rPr dirty="0" sz="2000" spc="-5" b="1">
                <a:latin typeface="Arial"/>
                <a:cs typeface="Arial"/>
              </a:rPr>
              <a:t>allow </a:t>
            </a:r>
            <a:r>
              <a:rPr dirty="0" sz="2000" b="1">
                <a:latin typeface="Arial"/>
                <a:cs typeface="Arial"/>
              </a:rPr>
              <a:t> manipulation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values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in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the </a:t>
            </a:r>
            <a:r>
              <a:rPr dirty="0" sz="2000" spc="-5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database</a:t>
            </a:r>
            <a:endParaRPr sz="2000">
              <a:latin typeface="Arial"/>
              <a:cs typeface="Arial"/>
            </a:endParaRPr>
          </a:p>
          <a:p>
            <a:pPr marL="353695" indent="-227329">
              <a:lnSpc>
                <a:spcPct val="100000"/>
              </a:lnSpc>
              <a:spcBef>
                <a:spcPts val="480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Runs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on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browser</a:t>
            </a:r>
            <a:endParaRPr sz="2000">
              <a:latin typeface="Arial"/>
              <a:cs typeface="Arial"/>
            </a:endParaRPr>
          </a:p>
          <a:p>
            <a:pPr marL="353695" marR="5080" indent="-227329">
              <a:lnSpc>
                <a:spcPts val="2039"/>
              </a:lnSpc>
              <a:spcBef>
                <a:spcPts val="850"/>
              </a:spcBef>
              <a:buClr>
                <a:srgbClr val="828282"/>
              </a:buClr>
              <a:buFont typeface="Arial"/>
              <a:buChar char="•"/>
              <a:tabLst>
                <a:tab pos="353695" algn="l"/>
                <a:tab pos="354330" algn="l"/>
              </a:tabLst>
            </a:pPr>
            <a:r>
              <a:rPr dirty="0" sz="2000" b="1">
                <a:latin typeface="Arial"/>
                <a:cs typeface="Arial"/>
              </a:rPr>
              <a:t>Centrally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loaded,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does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not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have </a:t>
            </a:r>
            <a:r>
              <a:rPr dirty="0" sz="2000" b="1">
                <a:latin typeface="Arial"/>
                <a:cs typeface="Arial"/>
              </a:rPr>
              <a:t>to </a:t>
            </a:r>
            <a:r>
              <a:rPr dirty="0" sz="2000" spc="-5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be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implemented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on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each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machine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14616" y="5413247"/>
            <a:ext cx="1682114" cy="923290"/>
            <a:chOff x="7214616" y="5413247"/>
            <a:chExt cx="1682114" cy="92329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85482" y="5426201"/>
              <a:ext cx="1520952" cy="85191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285482" y="5426201"/>
              <a:ext cx="1521460" cy="852169"/>
            </a:xfrm>
            <a:custGeom>
              <a:avLst/>
              <a:gdLst/>
              <a:ahLst/>
              <a:cxnLst/>
              <a:rect l="l" t="t" r="r" b="b"/>
              <a:pathLst>
                <a:path w="1521459" h="852170">
                  <a:moveTo>
                    <a:pt x="0" y="851916"/>
                  </a:moveTo>
                  <a:lnTo>
                    <a:pt x="1520952" y="851916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85191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74052" y="5463539"/>
              <a:ext cx="404622" cy="5676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39584" y="5462015"/>
              <a:ext cx="861822" cy="56769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62316" y="5462015"/>
              <a:ext cx="974598" cy="56769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14616" y="5768339"/>
              <a:ext cx="1681733" cy="56769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362190" y="5526125"/>
            <a:ext cx="1367790" cy="6375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9055">
              <a:lnSpc>
                <a:spcPct val="100499"/>
              </a:lnSpc>
              <a:spcBef>
                <a:spcPts val="90"/>
              </a:spcBef>
            </a:pPr>
            <a:r>
              <a:rPr dirty="0" sz="2000" b="1" i="1">
                <a:solidFill>
                  <a:srgbClr val="FFFFCC"/>
                </a:solidFill>
                <a:latin typeface="Gill Sans MT"/>
                <a:cs typeface="Gill Sans MT"/>
              </a:rPr>
              <a:t>i</a:t>
            </a:r>
            <a:r>
              <a:rPr dirty="0" sz="2000" b="1">
                <a:solidFill>
                  <a:srgbClr val="FFFFCC"/>
                </a:solidFill>
                <a:latin typeface="Arial"/>
                <a:cs typeface="Arial"/>
              </a:rPr>
              <a:t>SQL*Plus </a:t>
            </a:r>
            <a:r>
              <a:rPr dirty="0" sz="2000" spc="-545" b="1">
                <a:solidFill>
                  <a:srgbClr val="FFFFC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CC"/>
                </a:solidFill>
                <a:latin typeface="Arial"/>
                <a:cs typeface="Arial"/>
              </a:rPr>
              <a:t>com</a:t>
            </a:r>
            <a:r>
              <a:rPr dirty="0" sz="2000" spc="-10" b="1">
                <a:solidFill>
                  <a:srgbClr val="FFFFCC"/>
                </a:solidFill>
                <a:latin typeface="Arial"/>
                <a:cs typeface="Arial"/>
              </a:rPr>
              <a:t>m</a:t>
            </a:r>
            <a:r>
              <a:rPr dirty="0" sz="2000" b="1">
                <a:solidFill>
                  <a:srgbClr val="FFFFCC"/>
                </a:solidFill>
                <a:latin typeface="Arial"/>
                <a:cs typeface="Arial"/>
              </a:rPr>
              <a:t>ands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</a:pPr>
                      <a:r>
                        <a:rPr dirty="0" sz="2800" spc="-4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OVERVIEW</a:t>
                      </a: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OF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SQL*PLUS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2136139"/>
            <a:ext cx="6297930" cy="286385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After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lo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int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 </a:t>
            </a:r>
            <a:r>
              <a:rPr dirty="0" sz="1800" i="1">
                <a:solidFill>
                  <a:srgbClr val="3C3C3C"/>
                </a:solidFill>
                <a:latin typeface="Times New Roman"/>
                <a:cs typeface="Times New Roman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*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Plus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800" spc="-17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Describe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structure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Edit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your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Execute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 i="1">
                <a:solidFill>
                  <a:srgbClr val="3C3C3C"/>
                </a:solidFill>
                <a:latin typeface="Times New Roman"/>
                <a:cs typeface="Times New Roman"/>
              </a:rPr>
              <a:t>i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SQL*Plus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Save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SQL statements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files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append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files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Execute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stored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saved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files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Load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commands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from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text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file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into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 i="1">
                <a:solidFill>
                  <a:srgbClr val="3C3C3C"/>
                </a:solidFill>
                <a:latin typeface="Times New Roman"/>
                <a:cs typeface="Times New Roman"/>
              </a:rPr>
              <a:t>i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SQL*Plus Edit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window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LOG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ING</a:t>
                      </a:r>
                      <a:r>
                        <a:rPr dirty="0" sz="2800" spc="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IN</a:t>
                      </a:r>
                      <a:r>
                        <a:rPr dirty="0" sz="2800" spc="-35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8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SQL*PLUS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397251" y="2218944"/>
            <a:ext cx="7499984" cy="3918585"/>
            <a:chOff x="2397251" y="2218944"/>
            <a:chExt cx="7499984" cy="3918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3159" y="2244852"/>
              <a:ext cx="7447788" cy="361878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10205" y="2231898"/>
              <a:ext cx="7473950" cy="3892550"/>
            </a:xfrm>
            <a:custGeom>
              <a:avLst/>
              <a:gdLst/>
              <a:ahLst/>
              <a:cxnLst/>
              <a:rect l="l" t="t" r="r" b="b"/>
              <a:pathLst>
                <a:path w="7473950" h="3892550">
                  <a:moveTo>
                    <a:pt x="0" y="3892296"/>
                  </a:moveTo>
                  <a:lnTo>
                    <a:pt x="7473696" y="3892296"/>
                  </a:lnTo>
                  <a:lnTo>
                    <a:pt x="7473696" y="0"/>
                  </a:lnTo>
                  <a:lnTo>
                    <a:pt x="0" y="0"/>
                  </a:lnTo>
                  <a:lnTo>
                    <a:pt x="0" y="389229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802382" y="1862785"/>
            <a:ext cx="36195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600" spc="-4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dirty="0" sz="16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4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ur</a:t>
            </a:r>
            <a:r>
              <a:rPr dirty="0" sz="1600" spc="-18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Wind</a:t>
            </a:r>
            <a:r>
              <a:rPr dirty="0" sz="1600" spc="-2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dirty="0" sz="1600" spc="-3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2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wse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600" spc="-2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v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600" spc="-4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nment: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538920" y="2765996"/>
            <a:ext cx="7291070" cy="4023995"/>
            <a:chOff x="2538920" y="2765996"/>
            <a:chExt cx="7291070" cy="4023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1091" y="2858635"/>
              <a:ext cx="7162800" cy="37810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51937" y="2779013"/>
              <a:ext cx="7265034" cy="3997960"/>
            </a:xfrm>
            <a:custGeom>
              <a:avLst/>
              <a:gdLst/>
              <a:ahLst/>
              <a:cxnLst/>
              <a:rect l="l" t="t" r="r" b="b"/>
              <a:pathLst>
                <a:path w="7265034" h="3997959">
                  <a:moveTo>
                    <a:pt x="0" y="3997452"/>
                  </a:moveTo>
                  <a:lnTo>
                    <a:pt x="7264908" y="3997452"/>
                  </a:lnTo>
                  <a:lnTo>
                    <a:pt x="7264908" y="0"/>
                  </a:lnTo>
                  <a:lnTo>
                    <a:pt x="0" y="0"/>
                  </a:lnTo>
                  <a:lnTo>
                    <a:pt x="0" y="399745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18430" y="5965380"/>
              <a:ext cx="151130" cy="367665"/>
            </a:xfrm>
            <a:custGeom>
              <a:avLst/>
              <a:gdLst/>
              <a:ahLst/>
              <a:cxnLst/>
              <a:rect l="l" t="t" r="r" b="b"/>
              <a:pathLst>
                <a:path w="151129" h="367664">
                  <a:moveTo>
                    <a:pt x="0" y="115227"/>
                  </a:moveTo>
                  <a:lnTo>
                    <a:pt x="72263" y="367601"/>
                  </a:lnTo>
                  <a:lnTo>
                    <a:pt x="119506" y="217055"/>
                  </a:lnTo>
                  <a:lnTo>
                    <a:pt x="99314" y="217055"/>
                  </a:lnTo>
                  <a:lnTo>
                    <a:pt x="49022" y="216420"/>
                  </a:lnTo>
                  <a:lnTo>
                    <a:pt x="49435" y="182887"/>
                  </a:lnTo>
                  <a:lnTo>
                    <a:pt x="0" y="115227"/>
                  </a:lnTo>
                  <a:close/>
                </a:path>
                <a:path w="151129" h="367664">
                  <a:moveTo>
                    <a:pt x="99727" y="183536"/>
                  </a:moveTo>
                  <a:lnTo>
                    <a:pt x="74168" y="216738"/>
                  </a:lnTo>
                  <a:lnTo>
                    <a:pt x="99314" y="217055"/>
                  </a:lnTo>
                  <a:lnTo>
                    <a:pt x="99727" y="183536"/>
                  </a:lnTo>
                  <a:close/>
                </a:path>
                <a:path w="151129" h="367664">
                  <a:moveTo>
                    <a:pt x="150876" y="117093"/>
                  </a:moveTo>
                  <a:lnTo>
                    <a:pt x="99727" y="183536"/>
                  </a:lnTo>
                  <a:lnTo>
                    <a:pt x="99314" y="217055"/>
                  </a:lnTo>
                  <a:lnTo>
                    <a:pt x="119506" y="217055"/>
                  </a:lnTo>
                  <a:lnTo>
                    <a:pt x="150876" y="117093"/>
                  </a:lnTo>
                  <a:close/>
                </a:path>
                <a:path w="151129" h="367664">
                  <a:moveTo>
                    <a:pt x="49435" y="182887"/>
                  </a:moveTo>
                  <a:lnTo>
                    <a:pt x="49022" y="216420"/>
                  </a:lnTo>
                  <a:lnTo>
                    <a:pt x="74168" y="216738"/>
                  </a:lnTo>
                  <a:lnTo>
                    <a:pt x="49435" y="182887"/>
                  </a:lnTo>
                  <a:close/>
                </a:path>
                <a:path w="151129" h="367664">
                  <a:moveTo>
                    <a:pt x="51689" y="0"/>
                  </a:moveTo>
                  <a:lnTo>
                    <a:pt x="49435" y="182887"/>
                  </a:lnTo>
                  <a:lnTo>
                    <a:pt x="74168" y="216738"/>
                  </a:lnTo>
                  <a:lnTo>
                    <a:pt x="99727" y="183536"/>
                  </a:lnTo>
                  <a:lnTo>
                    <a:pt x="101981" y="634"/>
                  </a:lnTo>
                  <a:lnTo>
                    <a:pt x="51689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62093" y="54764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7" y="493775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62093" y="54764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43"/>
                  </a:lnTo>
                  <a:lnTo>
                    <a:pt x="474380" y="342985"/>
                  </a:lnTo>
                  <a:lnTo>
                    <a:pt x="451623" y="384923"/>
                  </a:lnTo>
                  <a:lnTo>
                    <a:pt x="421481" y="421462"/>
                  </a:lnTo>
                  <a:lnTo>
                    <a:pt x="384945" y="451610"/>
                  </a:lnTo>
                  <a:lnTo>
                    <a:pt x="343007" y="474373"/>
                  </a:lnTo>
                  <a:lnTo>
                    <a:pt x="296657" y="488759"/>
                  </a:lnTo>
                  <a:lnTo>
                    <a:pt x="246887" y="493775"/>
                  </a:lnTo>
                  <a:lnTo>
                    <a:pt x="197118" y="488759"/>
                  </a:lnTo>
                  <a:lnTo>
                    <a:pt x="150768" y="474373"/>
                  </a:lnTo>
                  <a:lnTo>
                    <a:pt x="108830" y="451610"/>
                  </a:lnTo>
                  <a:lnTo>
                    <a:pt x="72294" y="421462"/>
                  </a:lnTo>
                  <a:lnTo>
                    <a:pt x="42152" y="384923"/>
                  </a:lnTo>
                  <a:lnTo>
                    <a:pt x="19395" y="342985"/>
                  </a:lnTo>
                  <a:lnTo>
                    <a:pt x="5014" y="296643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53541" y="1272616"/>
            <a:ext cx="49911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THE</a:t>
            </a:r>
            <a:r>
              <a:rPr dirty="0" sz="2800" spc="-3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SQL*PLUS</a:t>
            </a:r>
            <a:r>
              <a:rPr dirty="0" sz="2800" spc="-1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20" b="0">
                <a:solidFill>
                  <a:srgbClr val="FFFFFF"/>
                </a:solidFill>
                <a:latin typeface="Gill Sans MT"/>
                <a:cs typeface="Gill Sans MT"/>
              </a:rPr>
              <a:t>ENVIRONMENT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1065" y="552094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77620" y="5463476"/>
            <a:ext cx="520065" cy="880744"/>
            <a:chOff x="7377620" y="5463476"/>
            <a:chExt cx="520065" cy="880744"/>
          </a:xfrm>
        </p:grpSpPr>
        <p:sp>
          <p:nvSpPr>
            <p:cNvPr id="12" name="object 12"/>
            <p:cNvSpPr/>
            <p:nvPr/>
          </p:nvSpPr>
          <p:spPr>
            <a:xfrm>
              <a:off x="7565135" y="5982462"/>
              <a:ext cx="151130" cy="361315"/>
            </a:xfrm>
            <a:custGeom>
              <a:avLst/>
              <a:gdLst/>
              <a:ahLst/>
              <a:cxnLst/>
              <a:rect l="l" t="t" r="r" b="b"/>
              <a:pathLst>
                <a:path w="151129" h="361314">
                  <a:moveTo>
                    <a:pt x="0" y="109728"/>
                  </a:moveTo>
                  <a:lnTo>
                    <a:pt x="75438" y="361188"/>
                  </a:lnTo>
                  <a:lnTo>
                    <a:pt x="120700" y="210311"/>
                  </a:lnTo>
                  <a:lnTo>
                    <a:pt x="50292" y="210311"/>
                  </a:lnTo>
                  <a:lnTo>
                    <a:pt x="50292" y="176783"/>
                  </a:lnTo>
                  <a:lnTo>
                    <a:pt x="0" y="109728"/>
                  </a:lnTo>
                  <a:close/>
                </a:path>
                <a:path w="151129" h="361314">
                  <a:moveTo>
                    <a:pt x="50292" y="176783"/>
                  </a:moveTo>
                  <a:lnTo>
                    <a:pt x="50292" y="210311"/>
                  </a:lnTo>
                  <a:lnTo>
                    <a:pt x="75438" y="210311"/>
                  </a:lnTo>
                  <a:lnTo>
                    <a:pt x="50292" y="176783"/>
                  </a:lnTo>
                  <a:close/>
                </a:path>
                <a:path w="151129" h="361314">
                  <a:moveTo>
                    <a:pt x="100584" y="0"/>
                  </a:moveTo>
                  <a:lnTo>
                    <a:pt x="50292" y="0"/>
                  </a:lnTo>
                  <a:lnTo>
                    <a:pt x="50292" y="176783"/>
                  </a:lnTo>
                  <a:lnTo>
                    <a:pt x="75438" y="210311"/>
                  </a:lnTo>
                  <a:lnTo>
                    <a:pt x="100584" y="176783"/>
                  </a:lnTo>
                  <a:lnTo>
                    <a:pt x="100584" y="0"/>
                  </a:lnTo>
                  <a:close/>
                </a:path>
                <a:path w="151129" h="361314">
                  <a:moveTo>
                    <a:pt x="100584" y="176783"/>
                  </a:moveTo>
                  <a:lnTo>
                    <a:pt x="75438" y="210311"/>
                  </a:lnTo>
                  <a:lnTo>
                    <a:pt x="100584" y="210311"/>
                  </a:lnTo>
                  <a:lnTo>
                    <a:pt x="100584" y="176783"/>
                  </a:lnTo>
                  <a:close/>
                </a:path>
                <a:path w="151129" h="361314">
                  <a:moveTo>
                    <a:pt x="150875" y="109728"/>
                  </a:moveTo>
                  <a:lnTo>
                    <a:pt x="100584" y="176783"/>
                  </a:lnTo>
                  <a:lnTo>
                    <a:pt x="100584" y="210311"/>
                  </a:lnTo>
                  <a:lnTo>
                    <a:pt x="120700" y="210311"/>
                  </a:lnTo>
                  <a:lnTo>
                    <a:pt x="150875" y="109728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390637" y="54764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7" y="493775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90637" y="54764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43"/>
                  </a:lnTo>
                  <a:lnTo>
                    <a:pt x="474380" y="342985"/>
                  </a:lnTo>
                  <a:lnTo>
                    <a:pt x="451623" y="384923"/>
                  </a:lnTo>
                  <a:lnTo>
                    <a:pt x="421481" y="421462"/>
                  </a:lnTo>
                  <a:lnTo>
                    <a:pt x="384945" y="451610"/>
                  </a:lnTo>
                  <a:lnTo>
                    <a:pt x="343007" y="474373"/>
                  </a:lnTo>
                  <a:lnTo>
                    <a:pt x="296657" y="488759"/>
                  </a:lnTo>
                  <a:lnTo>
                    <a:pt x="246887" y="493775"/>
                  </a:lnTo>
                  <a:lnTo>
                    <a:pt x="197118" y="488759"/>
                  </a:lnTo>
                  <a:lnTo>
                    <a:pt x="150768" y="474373"/>
                  </a:lnTo>
                  <a:lnTo>
                    <a:pt x="108830" y="451610"/>
                  </a:lnTo>
                  <a:lnTo>
                    <a:pt x="72294" y="421462"/>
                  </a:lnTo>
                  <a:lnTo>
                    <a:pt x="42152" y="384923"/>
                  </a:lnTo>
                  <a:lnTo>
                    <a:pt x="19395" y="342985"/>
                  </a:lnTo>
                  <a:lnTo>
                    <a:pt x="5014" y="296643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540497" y="552094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673020" y="5436044"/>
            <a:ext cx="520065" cy="908050"/>
            <a:chOff x="8673020" y="5436044"/>
            <a:chExt cx="520065" cy="908050"/>
          </a:xfrm>
        </p:grpSpPr>
        <p:sp>
          <p:nvSpPr>
            <p:cNvPr id="17" name="object 17"/>
            <p:cNvSpPr/>
            <p:nvPr/>
          </p:nvSpPr>
          <p:spPr>
            <a:xfrm>
              <a:off x="8860535" y="5953506"/>
              <a:ext cx="151130" cy="390525"/>
            </a:xfrm>
            <a:custGeom>
              <a:avLst/>
              <a:gdLst/>
              <a:ahLst/>
              <a:cxnLst/>
              <a:rect l="l" t="t" r="r" b="b"/>
              <a:pathLst>
                <a:path w="151129" h="390525">
                  <a:moveTo>
                    <a:pt x="0" y="138684"/>
                  </a:moveTo>
                  <a:lnTo>
                    <a:pt x="75438" y="390144"/>
                  </a:lnTo>
                  <a:lnTo>
                    <a:pt x="120700" y="239268"/>
                  </a:lnTo>
                  <a:lnTo>
                    <a:pt x="50292" y="239268"/>
                  </a:lnTo>
                  <a:lnTo>
                    <a:pt x="50292" y="205740"/>
                  </a:lnTo>
                  <a:lnTo>
                    <a:pt x="0" y="138684"/>
                  </a:lnTo>
                  <a:close/>
                </a:path>
                <a:path w="151129" h="390525">
                  <a:moveTo>
                    <a:pt x="50292" y="205740"/>
                  </a:moveTo>
                  <a:lnTo>
                    <a:pt x="50292" y="239268"/>
                  </a:lnTo>
                  <a:lnTo>
                    <a:pt x="75438" y="239268"/>
                  </a:lnTo>
                  <a:lnTo>
                    <a:pt x="50292" y="205740"/>
                  </a:lnTo>
                  <a:close/>
                </a:path>
                <a:path w="151129" h="390525">
                  <a:moveTo>
                    <a:pt x="100584" y="0"/>
                  </a:moveTo>
                  <a:lnTo>
                    <a:pt x="50292" y="0"/>
                  </a:lnTo>
                  <a:lnTo>
                    <a:pt x="50292" y="205740"/>
                  </a:lnTo>
                  <a:lnTo>
                    <a:pt x="75438" y="239268"/>
                  </a:lnTo>
                  <a:lnTo>
                    <a:pt x="100584" y="205740"/>
                  </a:lnTo>
                  <a:lnTo>
                    <a:pt x="100584" y="0"/>
                  </a:lnTo>
                  <a:close/>
                </a:path>
                <a:path w="151129" h="390525">
                  <a:moveTo>
                    <a:pt x="100584" y="205740"/>
                  </a:moveTo>
                  <a:lnTo>
                    <a:pt x="75438" y="239268"/>
                  </a:lnTo>
                  <a:lnTo>
                    <a:pt x="100584" y="239268"/>
                  </a:lnTo>
                  <a:lnTo>
                    <a:pt x="100584" y="205740"/>
                  </a:lnTo>
                  <a:close/>
                </a:path>
                <a:path w="151129" h="390525">
                  <a:moveTo>
                    <a:pt x="150875" y="138684"/>
                  </a:moveTo>
                  <a:lnTo>
                    <a:pt x="100584" y="205740"/>
                  </a:lnTo>
                  <a:lnTo>
                    <a:pt x="100584" y="239268"/>
                  </a:lnTo>
                  <a:lnTo>
                    <a:pt x="120700" y="239268"/>
                  </a:lnTo>
                  <a:lnTo>
                    <a:pt x="150875" y="138684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686037" y="5449062"/>
              <a:ext cx="494030" cy="492759"/>
            </a:xfrm>
            <a:custGeom>
              <a:avLst/>
              <a:gdLst/>
              <a:ahLst/>
              <a:cxnLst/>
              <a:rect l="l" t="t" r="r" b="b"/>
              <a:pathLst>
                <a:path w="494029" h="492760">
                  <a:moveTo>
                    <a:pt x="246887" y="0"/>
                  </a:moveTo>
                  <a:lnTo>
                    <a:pt x="197118" y="5002"/>
                  </a:lnTo>
                  <a:lnTo>
                    <a:pt x="150768" y="19347"/>
                  </a:lnTo>
                  <a:lnTo>
                    <a:pt x="108830" y="42045"/>
                  </a:lnTo>
                  <a:lnTo>
                    <a:pt x="72294" y="72104"/>
                  </a:lnTo>
                  <a:lnTo>
                    <a:pt x="42152" y="108532"/>
                  </a:lnTo>
                  <a:lnTo>
                    <a:pt x="19395" y="150340"/>
                  </a:lnTo>
                  <a:lnTo>
                    <a:pt x="5014" y="196534"/>
                  </a:lnTo>
                  <a:lnTo>
                    <a:pt x="0" y="246125"/>
                  </a:lnTo>
                  <a:lnTo>
                    <a:pt x="5014" y="295727"/>
                  </a:lnTo>
                  <a:lnTo>
                    <a:pt x="19395" y="341927"/>
                  </a:lnTo>
                  <a:lnTo>
                    <a:pt x="42152" y="383735"/>
                  </a:lnTo>
                  <a:lnTo>
                    <a:pt x="72294" y="420162"/>
                  </a:lnTo>
                  <a:lnTo>
                    <a:pt x="108830" y="450216"/>
                  </a:lnTo>
                  <a:lnTo>
                    <a:pt x="150768" y="472909"/>
                  </a:lnTo>
                  <a:lnTo>
                    <a:pt x="197118" y="487251"/>
                  </a:lnTo>
                  <a:lnTo>
                    <a:pt x="246887" y="492251"/>
                  </a:lnTo>
                  <a:lnTo>
                    <a:pt x="296657" y="487251"/>
                  </a:lnTo>
                  <a:lnTo>
                    <a:pt x="343007" y="472909"/>
                  </a:lnTo>
                  <a:lnTo>
                    <a:pt x="384945" y="450216"/>
                  </a:lnTo>
                  <a:lnTo>
                    <a:pt x="421481" y="420162"/>
                  </a:lnTo>
                  <a:lnTo>
                    <a:pt x="451623" y="383735"/>
                  </a:lnTo>
                  <a:lnTo>
                    <a:pt x="474380" y="341927"/>
                  </a:lnTo>
                  <a:lnTo>
                    <a:pt x="488761" y="295727"/>
                  </a:lnTo>
                  <a:lnTo>
                    <a:pt x="493775" y="246125"/>
                  </a:lnTo>
                  <a:lnTo>
                    <a:pt x="488761" y="196534"/>
                  </a:lnTo>
                  <a:lnTo>
                    <a:pt x="474380" y="150340"/>
                  </a:lnTo>
                  <a:lnTo>
                    <a:pt x="451623" y="108532"/>
                  </a:lnTo>
                  <a:lnTo>
                    <a:pt x="421481" y="72104"/>
                  </a:lnTo>
                  <a:lnTo>
                    <a:pt x="384945" y="42045"/>
                  </a:lnTo>
                  <a:lnTo>
                    <a:pt x="343007" y="19347"/>
                  </a:lnTo>
                  <a:lnTo>
                    <a:pt x="296657" y="5002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686037" y="5449062"/>
              <a:ext cx="494030" cy="492759"/>
            </a:xfrm>
            <a:custGeom>
              <a:avLst/>
              <a:gdLst/>
              <a:ahLst/>
              <a:cxnLst/>
              <a:rect l="l" t="t" r="r" b="b"/>
              <a:pathLst>
                <a:path w="494029" h="492760">
                  <a:moveTo>
                    <a:pt x="0" y="246125"/>
                  </a:moveTo>
                  <a:lnTo>
                    <a:pt x="5014" y="196534"/>
                  </a:lnTo>
                  <a:lnTo>
                    <a:pt x="19395" y="150340"/>
                  </a:lnTo>
                  <a:lnTo>
                    <a:pt x="42152" y="108532"/>
                  </a:lnTo>
                  <a:lnTo>
                    <a:pt x="72294" y="72104"/>
                  </a:lnTo>
                  <a:lnTo>
                    <a:pt x="108830" y="42045"/>
                  </a:lnTo>
                  <a:lnTo>
                    <a:pt x="150768" y="19347"/>
                  </a:lnTo>
                  <a:lnTo>
                    <a:pt x="197118" y="5002"/>
                  </a:lnTo>
                  <a:lnTo>
                    <a:pt x="246887" y="0"/>
                  </a:lnTo>
                  <a:lnTo>
                    <a:pt x="296657" y="5002"/>
                  </a:lnTo>
                  <a:lnTo>
                    <a:pt x="343007" y="19347"/>
                  </a:lnTo>
                  <a:lnTo>
                    <a:pt x="384945" y="42045"/>
                  </a:lnTo>
                  <a:lnTo>
                    <a:pt x="421481" y="72104"/>
                  </a:lnTo>
                  <a:lnTo>
                    <a:pt x="451623" y="108532"/>
                  </a:lnTo>
                  <a:lnTo>
                    <a:pt x="474380" y="150340"/>
                  </a:lnTo>
                  <a:lnTo>
                    <a:pt x="488761" y="196534"/>
                  </a:lnTo>
                  <a:lnTo>
                    <a:pt x="493775" y="246125"/>
                  </a:lnTo>
                  <a:lnTo>
                    <a:pt x="488761" y="295727"/>
                  </a:lnTo>
                  <a:lnTo>
                    <a:pt x="474380" y="341927"/>
                  </a:lnTo>
                  <a:lnTo>
                    <a:pt x="451623" y="383735"/>
                  </a:lnTo>
                  <a:lnTo>
                    <a:pt x="421481" y="420162"/>
                  </a:lnTo>
                  <a:lnTo>
                    <a:pt x="384945" y="450216"/>
                  </a:lnTo>
                  <a:lnTo>
                    <a:pt x="343007" y="472909"/>
                  </a:lnTo>
                  <a:lnTo>
                    <a:pt x="296657" y="487251"/>
                  </a:lnTo>
                  <a:lnTo>
                    <a:pt x="246887" y="492251"/>
                  </a:lnTo>
                  <a:lnTo>
                    <a:pt x="197118" y="487251"/>
                  </a:lnTo>
                  <a:lnTo>
                    <a:pt x="150768" y="472909"/>
                  </a:lnTo>
                  <a:lnTo>
                    <a:pt x="108830" y="450216"/>
                  </a:lnTo>
                  <a:lnTo>
                    <a:pt x="72294" y="420162"/>
                  </a:lnTo>
                  <a:lnTo>
                    <a:pt x="42152" y="383735"/>
                  </a:lnTo>
                  <a:lnTo>
                    <a:pt x="19395" y="341927"/>
                  </a:lnTo>
                  <a:lnTo>
                    <a:pt x="5014" y="295727"/>
                  </a:lnTo>
                  <a:lnTo>
                    <a:pt x="0" y="246125"/>
                  </a:lnTo>
                  <a:close/>
                </a:path>
              </a:pathLst>
            </a:custGeom>
            <a:ln w="25907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835897" y="5491988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BEBEB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10976" y="2802572"/>
            <a:ext cx="520065" cy="878840"/>
            <a:chOff x="4510976" y="2802572"/>
            <a:chExt cx="520065" cy="878840"/>
          </a:xfrm>
        </p:grpSpPr>
        <p:sp>
          <p:nvSpPr>
            <p:cNvPr id="22" name="object 22"/>
            <p:cNvSpPr/>
            <p:nvPr/>
          </p:nvSpPr>
          <p:spPr>
            <a:xfrm>
              <a:off x="4698619" y="3315208"/>
              <a:ext cx="151130" cy="366395"/>
            </a:xfrm>
            <a:custGeom>
              <a:avLst/>
              <a:gdLst/>
              <a:ahLst/>
              <a:cxnLst/>
              <a:rect l="l" t="t" r="r" b="b"/>
              <a:pathLst>
                <a:path w="151129" h="366395">
                  <a:moveTo>
                    <a:pt x="0" y="113664"/>
                  </a:moveTo>
                  <a:lnTo>
                    <a:pt x="72262" y="366013"/>
                  </a:lnTo>
                  <a:lnTo>
                    <a:pt x="119502" y="215518"/>
                  </a:lnTo>
                  <a:lnTo>
                    <a:pt x="99313" y="215518"/>
                  </a:lnTo>
                  <a:lnTo>
                    <a:pt x="49021" y="214883"/>
                  </a:lnTo>
                  <a:lnTo>
                    <a:pt x="49438" y="181304"/>
                  </a:lnTo>
                  <a:lnTo>
                    <a:pt x="0" y="113664"/>
                  </a:lnTo>
                  <a:close/>
                </a:path>
                <a:path w="151129" h="366395">
                  <a:moveTo>
                    <a:pt x="49438" y="181304"/>
                  </a:moveTo>
                  <a:lnTo>
                    <a:pt x="49021" y="214883"/>
                  </a:lnTo>
                  <a:lnTo>
                    <a:pt x="99313" y="215518"/>
                  </a:lnTo>
                  <a:lnTo>
                    <a:pt x="99318" y="215137"/>
                  </a:lnTo>
                  <a:lnTo>
                    <a:pt x="74167" y="215137"/>
                  </a:lnTo>
                  <a:lnTo>
                    <a:pt x="49438" y="181304"/>
                  </a:lnTo>
                  <a:close/>
                </a:path>
                <a:path w="151129" h="366395">
                  <a:moveTo>
                    <a:pt x="150875" y="115569"/>
                  </a:moveTo>
                  <a:lnTo>
                    <a:pt x="99730" y="181957"/>
                  </a:lnTo>
                  <a:lnTo>
                    <a:pt x="99313" y="215518"/>
                  </a:lnTo>
                  <a:lnTo>
                    <a:pt x="119502" y="215518"/>
                  </a:lnTo>
                  <a:lnTo>
                    <a:pt x="150875" y="115569"/>
                  </a:lnTo>
                  <a:close/>
                </a:path>
                <a:path w="151129" h="366395">
                  <a:moveTo>
                    <a:pt x="51688" y="0"/>
                  </a:moveTo>
                  <a:lnTo>
                    <a:pt x="49438" y="181304"/>
                  </a:lnTo>
                  <a:lnTo>
                    <a:pt x="74167" y="215137"/>
                  </a:lnTo>
                  <a:lnTo>
                    <a:pt x="99730" y="181957"/>
                  </a:lnTo>
                  <a:lnTo>
                    <a:pt x="101980" y="507"/>
                  </a:lnTo>
                  <a:lnTo>
                    <a:pt x="51688" y="0"/>
                  </a:lnTo>
                  <a:close/>
                </a:path>
                <a:path w="151129" h="366395">
                  <a:moveTo>
                    <a:pt x="99730" y="181957"/>
                  </a:moveTo>
                  <a:lnTo>
                    <a:pt x="74167" y="215137"/>
                  </a:lnTo>
                  <a:lnTo>
                    <a:pt x="99318" y="215137"/>
                  </a:lnTo>
                  <a:lnTo>
                    <a:pt x="99730" y="18195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23994" y="281559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523994" y="281559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672965" y="285978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757108" y="4005834"/>
            <a:ext cx="6562725" cy="1012825"/>
            <a:chOff x="1757108" y="4005834"/>
            <a:chExt cx="6562725" cy="1012825"/>
          </a:xfrm>
        </p:grpSpPr>
        <p:sp>
          <p:nvSpPr>
            <p:cNvPr id="27" name="object 27"/>
            <p:cNvSpPr/>
            <p:nvPr/>
          </p:nvSpPr>
          <p:spPr>
            <a:xfrm>
              <a:off x="7988680" y="4005834"/>
              <a:ext cx="151130" cy="394970"/>
            </a:xfrm>
            <a:custGeom>
              <a:avLst/>
              <a:gdLst/>
              <a:ahLst/>
              <a:cxnLst/>
              <a:rect l="l" t="t" r="r" b="b"/>
              <a:pathLst>
                <a:path w="151129" h="394970">
                  <a:moveTo>
                    <a:pt x="74295" y="150876"/>
                  </a:moveTo>
                  <a:lnTo>
                    <a:pt x="49533" y="184695"/>
                  </a:lnTo>
                  <a:lnTo>
                    <a:pt x="51943" y="394970"/>
                  </a:lnTo>
                  <a:lnTo>
                    <a:pt x="102235" y="394462"/>
                  </a:lnTo>
                  <a:lnTo>
                    <a:pt x="99824" y="184111"/>
                  </a:lnTo>
                  <a:lnTo>
                    <a:pt x="74295" y="150876"/>
                  </a:lnTo>
                  <a:close/>
                </a:path>
                <a:path w="151129" h="394970">
                  <a:moveTo>
                    <a:pt x="72517" y="0"/>
                  </a:moveTo>
                  <a:lnTo>
                    <a:pt x="0" y="252349"/>
                  </a:lnTo>
                  <a:lnTo>
                    <a:pt x="49533" y="184695"/>
                  </a:lnTo>
                  <a:lnTo>
                    <a:pt x="49149" y="151130"/>
                  </a:lnTo>
                  <a:lnTo>
                    <a:pt x="99441" y="150622"/>
                  </a:lnTo>
                  <a:lnTo>
                    <a:pt x="119619" y="150622"/>
                  </a:lnTo>
                  <a:lnTo>
                    <a:pt x="72517" y="0"/>
                  </a:lnTo>
                  <a:close/>
                </a:path>
                <a:path w="151129" h="394970">
                  <a:moveTo>
                    <a:pt x="119619" y="150622"/>
                  </a:moveTo>
                  <a:lnTo>
                    <a:pt x="99441" y="150622"/>
                  </a:lnTo>
                  <a:lnTo>
                    <a:pt x="99824" y="184111"/>
                  </a:lnTo>
                  <a:lnTo>
                    <a:pt x="150875" y="250571"/>
                  </a:lnTo>
                  <a:lnTo>
                    <a:pt x="119619" y="150622"/>
                  </a:lnTo>
                  <a:close/>
                </a:path>
                <a:path w="151129" h="394970">
                  <a:moveTo>
                    <a:pt x="74295" y="150876"/>
                  </a:moveTo>
                  <a:lnTo>
                    <a:pt x="49149" y="151130"/>
                  </a:lnTo>
                  <a:lnTo>
                    <a:pt x="49533" y="184695"/>
                  </a:lnTo>
                  <a:lnTo>
                    <a:pt x="74295" y="150876"/>
                  </a:lnTo>
                  <a:close/>
                </a:path>
                <a:path w="151129" h="394970">
                  <a:moveTo>
                    <a:pt x="99441" y="150622"/>
                  </a:moveTo>
                  <a:lnTo>
                    <a:pt x="74295" y="150876"/>
                  </a:lnTo>
                  <a:lnTo>
                    <a:pt x="99824" y="184111"/>
                  </a:lnTo>
                  <a:lnTo>
                    <a:pt x="99441" y="150622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807705" y="4422394"/>
              <a:ext cx="499745" cy="494665"/>
            </a:xfrm>
            <a:custGeom>
              <a:avLst/>
              <a:gdLst/>
              <a:ahLst/>
              <a:cxnLst/>
              <a:rect l="l" t="t" r="r" b="b"/>
              <a:pathLst>
                <a:path w="499745" h="494664">
                  <a:moveTo>
                    <a:pt x="262636" y="0"/>
                  </a:moveTo>
                  <a:lnTo>
                    <a:pt x="217538" y="1629"/>
                  </a:lnTo>
                  <a:lnTo>
                    <a:pt x="174687" y="10903"/>
                  </a:lnTo>
                  <a:lnTo>
                    <a:pt x="134826" y="27159"/>
                  </a:lnTo>
                  <a:lnTo>
                    <a:pt x="98697" y="49733"/>
                  </a:lnTo>
                  <a:lnTo>
                    <a:pt x="67042" y="77963"/>
                  </a:lnTo>
                  <a:lnTo>
                    <a:pt x="40602" y="111186"/>
                  </a:lnTo>
                  <a:lnTo>
                    <a:pt x="20120" y="148739"/>
                  </a:lnTo>
                  <a:lnTo>
                    <a:pt x="6339" y="189961"/>
                  </a:lnTo>
                  <a:lnTo>
                    <a:pt x="0" y="234187"/>
                  </a:lnTo>
                  <a:lnTo>
                    <a:pt x="1671" y="278873"/>
                  </a:lnTo>
                  <a:lnTo>
                    <a:pt x="11063" y="321336"/>
                  </a:lnTo>
                  <a:lnTo>
                    <a:pt x="27507" y="360844"/>
                  </a:lnTo>
                  <a:lnTo>
                    <a:pt x="50332" y="396661"/>
                  </a:lnTo>
                  <a:lnTo>
                    <a:pt x="78868" y="428052"/>
                  </a:lnTo>
                  <a:lnTo>
                    <a:pt x="112446" y="454283"/>
                  </a:lnTo>
                  <a:lnTo>
                    <a:pt x="150395" y="474619"/>
                  </a:lnTo>
                  <a:lnTo>
                    <a:pt x="192046" y="488324"/>
                  </a:lnTo>
                  <a:lnTo>
                    <a:pt x="236727" y="494664"/>
                  </a:lnTo>
                  <a:lnTo>
                    <a:pt x="281821" y="493034"/>
                  </a:lnTo>
                  <a:lnTo>
                    <a:pt x="324661" y="483759"/>
                  </a:lnTo>
                  <a:lnTo>
                    <a:pt x="364508" y="467501"/>
                  </a:lnTo>
                  <a:lnTo>
                    <a:pt x="400624" y="444920"/>
                  </a:lnTo>
                  <a:lnTo>
                    <a:pt x="432269" y="416680"/>
                  </a:lnTo>
                  <a:lnTo>
                    <a:pt x="458705" y="383441"/>
                  </a:lnTo>
                  <a:lnTo>
                    <a:pt x="479192" y="345865"/>
                  </a:lnTo>
                  <a:lnTo>
                    <a:pt x="492991" y="304614"/>
                  </a:lnTo>
                  <a:lnTo>
                    <a:pt x="499364" y="260349"/>
                  </a:lnTo>
                  <a:lnTo>
                    <a:pt x="497659" y="215702"/>
                  </a:lnTo>
                  <a:lnTo>
                    <a:pt x="488249" y="173268"/>
                  </a:lnTo>
                  <a:lnTo>
                    <a:pt x="471800" y="133782"/>
                  </a:lnTo>
                  <a:lnTo>
                    <a:pt x="448979" y="97981"/>
                  </a:lnTo>
                  <a:lnTo>
                    <a:pt x="420453" y="66600"/>
                  </a:lnTo>
                  <a:lnTo>
                    <a:pt x="386889" y="40376"/>
                  </a:lnTo>
                  <a:lnTo>
                    <a:pt x="348953" y="20044"/>
                  </a:lnTo>
                  <a:lnTo>
                    <a:pt x="307313" y="6340"/>
                  </a:lnTo>
                  <a:lnTo>
                    <a:pt x="262636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807705" y="4422394"/>
              <a:ext cx="499745" cy="494665"/>
            </a:xfrm>
            <a:custGeom>
              <a:avLst/>
              <a:gdLst/>
              <a:ahLst/>
              <a:cxnLst/>
              <a:rect l="l" t="t" r="r" b="b"/>
              <a:pathLst>
                <a:path w="499745" h="494664">
                  <a:moveTo>
                    <a:pt x="0" y="234187"/>
                  </a:moveTo>
                  <a:lnTo>
                    <a:pt x="6339" y="189961"/>
                  </a:lnTo>
                  <a:lnTo>
                    <a:pt x="20120" y="148739"/>
                  </a:lnTo>
                  <a:lnTo>
                    <a:pt x="40602" y="111186"/>
                  </a:lnTo>
                  <a:lnTo>
                    <a:pt x="67042" y="77963"/>
                  </a:lnTo>
                  <a:lnTo>
                    <a:pt x="98697" y="49733"/>
                  </a:lnTo>
                  <a:lnTo>
                    <a:pt x="134826" y="27159"/>
                  </a:lnTo>
                  <a:lnTo>
                    <a:pt x="174687" y="10903"/>
                  </a:lnTo>
                  <a:lnTo>
                    <a:pt x="217538" y="1629"/>
                  </a:lnTo>
                  <a:lnTo>
                    <a:pt x="262636" y="0"/>
                  </a:lnTo>
                  <a:lnTo>
                    <a:pt x="307313" y="6340"/>
                  </a:lnTo>
                  <a:lnTo>
                    <a:pt x="348953" y="20044"/>
                  </a:lnTo>
                  <a:lnTo>
                    <a:pt x="386889" y="40376"/>
                  </a:lnTo>
                  <a:lnTo>
                    <a:pt x="420453" y="66600"/>
                  </a:lnTo>
                  <a:lnTo>
                    <a:pt x="448979" y="97981"/>
                  </a:lnTo>
                  <a:lnTo>
                    <a:pt x="471800" y="133782"/>
                  </a:lnTo>
                  <a:lnTo>
                    <a:pt x="488249" y="173268"/>
                  </a:lnTo>
                  <a:lnTo>
                    <a:pt x="497659" y="215702"/>
                  </a:lnTo>
                  <a:lnTo>
                    <a:pt x="499364" y="260349"/>
                  </a:lnTo>
                  <a:lnTo>
                    <a:pt x="492991" y="304614"/>
                  </a:lnTo>
                  <a:lnTo>
                    <a:pt x="479192" y="345865"/>
                  </a:lnTo>
                  <a:lnTo>
                    <a:pt x="458705" y="383441"/>
                  </a:lnTo>
                  <a:lnTo>
                    <a:pt x="432269" y="416680"/>
                  </a:lnTo>
                  <a:lnTo>
                    <a:pt x="400624" y="444920"/>
                  </a:lnTo>
                  <a:lnTo>
                    <a:pt x="364508" y="467501"/>
                  </a:lnTo>
                  <a:lnTo>
                    <a:pt x="324661" y="483759"/>
                  </a:lnTo>
                  <a:lnTo>
                    <a:pt x="281821" y="493034"/>
                  </a:lnTo>
                  <a:lnTo>
                    <a:pt x="236727" y="494664"/>
                  </a:lnTo>
                  <a:lnTo>
                    <a:pt x="192046" y="488324"/>
                  </a:lnTo>
                  <a:lnTo>
                    <a:pt x="150395" y="474619"/>
                  </a:lnTo>
                  <a:lnTo>
                    <a:pt x="112446" y="454283"/>
                  </a:lnTo>
                  <a:lnTo>
                    <a:pt x="78868" y="428052"/>
                  </a:lnTo>
                  <a:lnTo>
                    <a:pt x="50332" y="396661"/>
                  </a:lnTo>
                  <a:lnTo>
                    <a:pt x="27507" y="360844"/>
                  </a:lnTo>
                  <a:lnTo>
                    <a:pt x="11063" y="321336"/>
                  </a:lnTo>
                  <a:lnTo>
                    <a:pt x="1671" y="278873"/>
                  </a:lnTo>
                  <a:lnTo>
                    <a:pt x="0" y="234187"/>
                  </a:lnTo>
                  <a:close/>
                </a:path>
              </a:pathLst>
            </a:custGeom>
            <a:ln w="254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9824" y="4565269"/>
              <a:ext cx="144906" cy="21856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770125" y="451180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770125" y="451180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919985" y="455561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248661" y="4693920"/>
            <a:ext cx="1273810" cy="1280795"/>
            <a:chOff x="2248661" y="4693920"/>
            <a:chExt cx="1273810" cy="1280795"/>
          </a:xfrm>
        </p:grpSpPr>
        <p:sp>
          <p:nvSpPr>
            <p:cNvPr id="35" name="object 35"/>
            <p:cNvSpPr/>
            <p:nvPr/>
          </p:nvSpPr>
          <p:spPr>
            <a:xfrm>
              <a:off x="2248661" y="4693920"/>
              <a:ext cx="448309" cy="151130"/>
            </a:xfrm>
            <a:custGeom>
              <a:avLst/>
              <a:gdLst/>
              <a:ahLst/>
              <a:cxnLst/>
              <a:rect l="l" t="t" r="r" b="b"/>
              <a:pathLst>
                <a:path w="448310" h="151129">
                  <a:moveTo>
                    <a:pt x="297180" y="75437"/>
                  </a:moveTo>
                  <a:lnTo>
                    <a:pt x="196595" y="150875"/>
                  </a:lnTo>
                  <a:lnTo>
                    <a:pt x="364235" y="100583"/>
                  </a:lnTo>
                  <a:lnTo>
                    <a:pt x="297180" y="100583"/>
                  </a:lnTo>
                  <a:lnTo>
                    <a:pt x="297180" y="75437"/>
                  </a:lnTo>
                  <a:close/>
                </a:path>
                <a:path w="448310" h="151129">
                  <a:moveTo>
                    <a:pt x="263652" y="50291"/>
                  </a:moveTo>
                  <a:lnTo>
                    <a:pt x="0" y="50291"/>
                  </a:lnTo>
                  <a:lnTo>
                    <a:pt x="0" y="100583"/>
                  </a:lnTo>
                  <a:lnTo>
                    <a:pt x="263651" y="100583"/>
                  </a:lnTo>
                  <a:lnTo>
                    <a:pt x="297180" y="75437"/>
                  </a:lnTo>
                  <a:lnTo>
                    <a:pt x="263652" y="50291"/>
                  </a:lnTo>
                  <a:close/>
                </a:path>
                <a:path w="448310" h="151129">
                  <a:moveTo>
                    <a:pt x="364236" y="50291"/>
                  </a:moveTo>
                  <a:lnTo>
                    <a:pt x="297180" y="50291"/>
                  </a:lnTo>
                  <a:lnTo>
                    <a:pt x="297180" y="100583"/>
                  </a:lnTo>
                  <a:lnTo>
                    <a:pt x="364235" y="100583"/>
                  </a:lnTo>
                  <a:lnTo>
                    <a:pt x="448056" y="75437"/>
                  </a:lnTo>
                  <a:lnTo>
                    <a:pt x="364236" y="50291"/>
                  </a:lnTo>
                  <a:close/>
                </a:path>
                <a:path w="448310" h="151129">
                  <a:moveTo>
                    <a:pt x="196595" y="0"/>
                  </a:moveTo>
                  <a:lnTo>
                    <a:pt x="297180" y="75437"/>
                  </a:lnTo>
                  <a:lnTo>
                    <a:pt x="297180" y="50291"/>
                  </a:lnTo>
                  <a:lnTo>
                    <a:pt x="364236" y="50291"/>
                  </a:lnTo>
                  <a:lnTo>
                    <a:pt x="196595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015233" y="546735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8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8" y="493775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6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015233" y="546735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8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6" y="246887"/>
                  </a:lnTo>
                  <a:lnTo>
                    <a:pt x="488761" y="296643"/>
                  </a:lnTo>
                  <a:lnTo>
                    <a:pt x="474380" y="342985"/>
                  </a:lnTo>
                  <a:lnTo>
                    <a:pt x="451623" y="384923"/>
                  </a:lnTo>
                  <a:lnTo>
                    <a:pt x="421481" y="421462"/>
                  </a:lnTo>
                  <a:lnTo>
                    <a:pt x="384945" y="451610"/>
                  </a:lnTo>
                  <a:lnTo>
                    <a:pt x="343007" y="474373"/>
                  </a:lnTo>
                  <a:lnTo>
                    <a:pt x="296657" y="488759"/>
                  </a:lnTo>
                  <a:lnTo>
                    <a:pt x="246888" y="493775"/>
                  </a:lnTo>
                  <a:lnTo>
                    <a:pt x="197118" y="488759"/>
                  </a:lnTo>
                  <a:lnTo>
                    <a:pt x="150768" y="474373"/>
                  </a:lnTo>
                  <a:lnTo>
                    <a:pt x="108830" y="451610"/>
                  </a:lnTo>
                  <a:lnTo>
                    <a:pt x="72294" y="421462"/>
                  </a:lnTo>
                  <a:lnTo>
                    <a:pt x="42152" y="384923"/>
                  </a:lnTo>
                  <a:lnTo>
                    <a:pt x="19395" y="342985"/>
                  </a:lnTo>
                  <a:lnTo>
                    <a:pt x="5014" y="296643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3164839" y="551149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181730" y="1866836"/>
            <a:ext cx="6296660" cy="4466590"/>
            <a:chOff x="3181730" y="1866836"/>
            <a:chExt cx="6296660" cy="4466590"/>
          </a:xfrm>
        </p:grpSpPr>
        <p:sp>
          <p:nvSpPr>
            <p:cNvPr id="40" name="object 40"/>
            <p:cNvSpPr/>
            <p:nvPr/>
          </p:nvSpPr>
          <p:spPr>
            <a:xfrm>
              <a:off x="3181730" y="5965278"/>
              <a:ext cx="151130" cy="368300"/>
            </a:xfrm>
            <a:custGeom>
              <a:avLst/>
              <a:gdLst/>
              <a:ahLst/>
              <a:cxnLst/>
              <a:rect l="l" t="t" r="r" b="b"/>
              <a:pathLst>
                <a:path w="151129" h="368300">
                  <a:moveTo>
                    <a:pt x="0" y="115023"/>
                  </a:moveTo>
                  <a:lnTo>
                    <a:pt x="71246" y="367703"/>
                  </a:lnTo>
                  <a:lnTo>
                    <a:pt x="119127" y="217271"/>
                  </a:lnTo>
                  <a:lnTo>
                    <a:pt x="98932" y="217271"/>
                  </a:lnTo>
                  <a:lnTo>
                    <a:pt x="48641" y="216433"/>
                  </a:lnTo>
                  <a:lnTo>
                    <a:pt x="49191" y="182910"/>
                  </a:lnTo>
                  <a:lnTo>
                    <a:pt x="0" y="115023"/>
                  </a:lnTo>
                  <a:close/>
                </a:path>
                <a:path w="151129" h="368300">
                  <a:moveTo>
                    <a:pt x="99483" y="183742"/>
                  </a:moveTo>
                  <a:lnTo>
                    <a:pt x="73786" y="216852"/>
                  </a:lnTo>
                  <a:lnTo>
                    <a:pt x="98932" y="217271"/>
                  </a:lnTo>
                  <a:lnTo>
                    <a:pt x="99483" y="183742"/>
                  </a:lnTo>
                  <a:close/>
                </a:path>
                <a:path w="151129" h="368300">
                  <a:moveTo>
                    <a:pt x="150876" y="117525"/>
                  </a:moveTo>
                  <a:lnTo>
                    <a:pt x="99483" y="183742"/>
                  </a:lnTo>
                  <a:lnTo>
                    <a:pt x="98932" y="217271"/>
                  </a:lnTo>
                  <a:lnTo>
                    <a:pt x="119127" y="217271"/>
                  </a:lnTo>
                  <a:lnTo>
                    <a:pt x="150876" y="117525"/>
                  </a:lnTo>
                  <a:close/>
                </a:path>
                <a:path w="151129" h="368300">
                  <a:moveTo>
                    <a:pt x="49191" y="182910"/>
                  </a:moveTo>
                  <a:lnTo>
                    <a:pt x="48641" y="216433"/>
                  </a:lnTo>
                  <a:lnTo>
                    <a:pt x="73786" y="216852"/>
                  </a:lnTo>
                  <a:lnTo>
                    <a:pt x="49191" y="182910"/>
                  </a:lnTo>
                  <a:close/>
                </a:path>
                <a:path w="151129" h="368300">
                  <a:moveTo>
                    <a:pt x="52196" y="0"/>
                  </a:moveTo>
                  <a:lnTo>
                    <a:pt x="49191" y="182910"/>
                  </a:lnTo>
                  <a:lnTo>
                    <a:pt x="73786" y="216852"/>
                  </a:lnTo>
                  <a:lnTo>
                    <a:pt x="99483" y="183742"/>
                  </a:lnTo>
                  <a:lnTo>
                    <a:pt x="102489" y="838"/>
                  </a:lnTo>
                  <a:lnTo>
                    <a:pt x="52196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428482" y="191795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8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8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428482" y="191795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8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8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602979" y="2404109"/>
              <a:ext cx="151130" cy="370840"/>
            </a:xfrm>
            <a:custGeom>
              <a:avLst/>
              <a:gdLst/>
              <a:ahLst/>
              <a:cxnLst/>
              <a:rect l="l" t="t" r="r" b="b"/>
              <a:pathLst>
                <a:path w="151129" h="370839">
                  <a:moveTo>
                    <a:pt x="0" y="118872"/>
                  </a:moveTo>
                  <a:lnTo>
                    <a:pt x="75438" y="370331"/>
                  </a:lnTo>
                  <a:lnTo>
                    <a:pt x="120700" y="219455"/>
                  </a:lnTo>
                  <a:lnTo>
                    <a:pt x="50292" y="219455"/>
                  </a:lnTo>
                  <a:lnTo>
                    <a:pt x="50292" y="185927"/>
                  </a:lnTo>
                  <a:lnTo>
                    <a:pt x="0" y="118872"/>
                  </a:lnTo>
                  <a:close/>
                </a:path>
                <a:path w="151129" h="370839">
                  <a:moveTo>
                    <a:pt x="50292" y="185927"/>
                  </a:moveTo>
                  <a:lnTo>
                    <a:pt x="50292" y="219455"/>
                  </a:lnTo>
                  <a:lnTo>
                    <a:pt x="75438" y="219455"/>
                  </a:lnTo>
                  <a:lnTo>
                    <a:pt x="50292" y="185927"/>
                  </a:lnTo>
                  <a:close/>
                </a:path>
                <a:path w="151129" h="370839">
                  <a:moveTo>
                    <a:pt x="100584" y="0"/>
                  </a:moveTo>
                  <a:lnTo>
                    <a:pt x="50292" y="0"/>
                  </a:lnTo>
                  <a:lnTo>
                    <a:pt x="50292" y="185927"/>
                  </a:lnTo>
                  <a:lnTo>
                    <a:pt x="75438" y="219455"/>
                  </a:lnTo>
                  <a:lnTo>
                    <a:pt x="100584" y="185927"/>
                  </a:lnTo>
                  <a:lnTo>
                    <a:pt x="100584" y="0"/>
                  </a:lnTo>
                  <a:close/>
                </a:path>
                <a:path w="151129" h="370839">
                  <a:moveTo>
                    <a:pt x="100584" y="185927"/>
                  </a:moveTo>
                  <a:lnTo>
                    <a:pt x="75438" y="219455"/>
                  </a:lnTo>
                  <a:lnTo>
                    <a:pt x="100584" y="219455"/>
                  </a:lnTo>
                  <a:lnTo>
                    <a:pt x="100584" y="185927"/>
                  </a:lnTo>
                  <a:close/>
                </a:path>
                <a:path w="151129" h="370839">
                  <a:moveTo>
                    <a:pt x="150875" y="118872"/>
                  </a:moveTo>
                  <a:lnTo>
                    <a:pt x="100584" y="185927"/>
                  </a:lnTo>
                  <a:lnTo>
                    <a:pt x="100584" y="219455"/>
                  </a:lnTo>
                  <a:lnTo>
                    <a:pt x="120700" y="219455"/>
                  </a:lnTo>
                  <a:lnTo>
                    <a:pt x="150875" y="118872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971026" y="187985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8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8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971026" y="187985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8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8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9121902" y="192303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9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795196" y="1904936"/>
            <a:ext cx="1501140" cy="869950"/>
            <a:chOff x="7795196" y="1904936"/>
            <a:chExt cx="1501140" cy="869950"/>
          </a:xfrm>
        </p:grpSpPr>
        <p:sp>
          <p:nvSpPr>
            <p:cNvPr id="48" name="object 48"/>
            <p:cNvSpPr/>
            <p:nvPr/>
          </p:nvSpPr>
          <p:spPr>
            <a:xfrm>
              <a:off x="9144888" y="2355214"/>
              <a:ext cx="151130" cy="419734"/>
            </a:xfrm>
            <a:custGeom>
              <a:avLst/>
              <a:gdLst/>
              <a:ahLst/>
              <a:cxnLst/>
              <a:rect l="l" t="t" r="r" b="b"/>
              <a:pathLst>
                <a:path w="151129" h="419735">
                  <a:moveTo>
                    <a:pt x="0" y="167512"/>
                  </a:moveTo>
                  <a:lnTo>
                    <a:pt x="74549" y="419226"/>
                  </a:lnTo>
                  <a:lnTo>
                    <a:pt x="120352" y="268477"/>
                  </a:lnTo>
                  <a:lnTo>
                    <a:pt x="100202" y="268477"/>
                  </a:lnTo>
                  <a:lnTo>
                    <a:pt x="49910" y="268224"/>
                  </a:lnTo>
                  <a:lnTo>
                    <a:pt x="50037" y="234738"/>
                  </a:lnTo>
                  <a:lnTo>
                    <a:pt x="0" y="167512"/>
                  </a:lnTo>
                  <a:close/>
                </a:path>
                <a:path w="151129" h="419735">
                  <a:moveTo>
                    <a:pt x="100330" y="234907"/>
                  </a:moveTo>
                  <a:lnTo>
                    <a:pt x="75056" y="268350"/>
                  </a:lnTo>
                  <a:lnTo>
                    <a:pt x="100202" y="268477"/>
                  </a:lnTo>
                  <a:lnTo>
                    <a:pt x="100330" y="234907"/>
                  </a:lnTo>
                  <a:close/>
                </a:path>
                <a:path w="151129" h="419735">
                  <a:moveTo>
                    <a:pt x="150875" y="168021"/>
                  </a:moveTo>
                  <a:lnTo>
                    <a:pt x="100330" y="234907"/>
                  </a:lnTo>
                  <a:lnTo>
                    <a:pt x="100202" y="268477"/>
                  </a:lnTo>
                  <a:lnTo>
                    <a:pt x="120352" y="268477"/>
                  </a:lnTo>
                  <a:lnTo>
                    <a:pt x="150875" y="168021"/>
                  </a:lnTo>
                  <a:close/>
                </a:path>
                <a:path w="151129" h="419735">
                  <a:moveTo>
                    <a:pt x="50037" y="234738"/>
                  </a:moveTo>
                  <a:lnTo>
                    <a:pt x="49910" y="268224"/>
                  </a:lnTo>
                  <a:lnTo>
                    <a:pt x="75056" y="268350"/>
                  </a:lnTo>
                  <a:lnTo>
                    <a:pt x="50037" y="234738"/>
                  </a:lnTo>
                  <a:close/>
                </a:path>
                <a:path w="151129" h="419735">
                  <a:moveTo>
                    <a:pt x="50926" y="0"/>
                  </a:moveTo>
                  <a:lnTo>
                    <a:pt x="50290" y="168021"/>
                  </a:lnTo>
                  <a:lnTo>
                    <a:pt x="50163" y="234907"/>
                  </a:lnTo>
                  <a:lnTo>
                    <a:pt x="75056" y="268350"/>
                  </a:lnTo>
                  <a:lnTo>
                    <a:pt x="100330" y="234907"/>
                  </a:lnTo>
                  <a:lnTo>
                    <a:pt x="101218" y="254"/>
                  </a:lnTo>
                  <a:lnTo>
                    <a:pt x="50926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808213" y="191795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808213" y="191795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7874254" y="1961134"/>
            <a:ext cx="89979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6915" algn="l"/>
              </a:tabLst>
            </a:pPr>
            <a:r>
              <a:rPr dirty="0" sz="2400" spc="-10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0</a:t>
            </a:r>
            <a:r>
              <a:rPr dirty="0" sz="2400" b="1">
                <a:solidFill>
                  <a:srgbClr val="EBEBEB"/>
                </a:solidFill>
                <a:latin typeface="Arial"/>
                <a:cs typeface="Arial"/>
              </a:rPr>
              <a:t>	</a:t>
            </a: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8</a:t>
            </a:r>
            <a:endParaRPr sz="24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981188" y="2404110"/>
            <a:ext cx="151130" cy="370840"/>
          </a:xfrm>
          <a:custGeom>
            <a:avLst/>
            <a:gdLst/>
            <a:ahLst/>
            <a:cxnLst/>
            <a:rect l="l" t="t" r="r" b="b"/>
            <a:pathLst>
              <a:path w="151129" h="370839">
                <a:moveTo>
                  <a:pt x="0" y="118872"/>
                </a:moveTo>
                <a:lnTo>
                  <a:pt x="75437" y="370331"/>
                </a:lnTo>
                <a:lnTo>
                  <a:pt x="120700" y="219455"/>
                </a:lnTo>
                <a:lnTo>
                  <a:pt x="50291" y="219455"/>
                </a:lnTo>
                <a:lnTo>
                  <a:pt x="50291" y="185927"/>
                </a:lnTo>
                <a:lnTo>
                  <a:pt x="0" y="118872"/>
                </a:lnTo>
                <a:close/>
              </a:path>
              <a:path w="151129" h="370839">
                <a:moveTo>
                  <a:pt x="50291" y="185927"/>
                </a:moveTo>
                <a:lnTo>
                  <a:pt x="50291" y="219455"/>
                </a:lnTo>
                <a:lnTo>
                  <a:pt x="75437" y="219455"/>
                </a:lnTo>
                <a:lnTo>
                  <a:pt x="50291" y="185927"/>
                </a:lnTo>
                <a:close/>
              </a:path>
              <a:path w="151129" h="370839">
                <a:moveTo>
                  <a:pt x="100583" y="0"/>
                </a:moveTo>
                <a:lnTo>
                  <a:pt x="50291" y="0"/>
                </a:lnTo>
                <a:lnTo>
                  <a:pt x="50291" y="185927"/>
                </a:lnTo>
                <a:lnTo>
                  <a:pt x="75437" y="219455"/>
                </a:lnTo>
                <a:lnTo>
                  <a:pt x="100583" y="185927"/>
                </a:lnTo>
                <a:lnTo>
                  <a:pt x="100583" y="0"/>
                </a:lnTo>
                <a:close/>
              </a:path>
              <a:path w="151129" h="370839">
                <a:moveTo>
                  <a:pt x="100583" y="185927"/>
                </a:moveTo>
                <a:lnTo>
                  <a:pt x="75437" y="219455"/>
                </a:lnTo>
                <a:lnTo>
                  <a:pt x="100583" y="219455"/>
                </a:lnTo>
                <a:lnTo>
                  <a:pt x="100583" y="185927"/>
                </a:lnTo>
                <a:close/>
              </a:path>
              <a:path w="151129" h="370839">
                <a:moveTo>
                  <a:pt x="150875" y="118872"/>
                </a:moveTo>
                <a:lnTo>
                  <a:pt x="100583" y="185927"/>
                </a:lnTo>
                <a:lnTo>
                  <a:pt x="100583" y="219455"/>
                </a:lnTo>
                <a:lnTo>
                  <a:pt x="120700" y="219455"/>
                </a:lnTo>
                <a:lnTo>
                  <a:pt x="150875" y="118872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DISPL</a:t>
                      </a:r>
                      <a:r>
                        <a:rPr dirty="0" sz="2800" spc="-3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YING</a:t>
                      </a:r>
                      <a:r>
                        <a:rPr dirty="0" sz="2800" spc="-3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2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AB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ST</a:t>
                      </a:r>
                      <a:r>
                        <a:rPr dirty="0" sz="2800" spc="-8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UCTURE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7770" y="2371090"/>
            <a:ext cx="4805680" cy="7543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5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b="0" i="1">
                <a:solidFill>
                  <a:srgbClr val="3C3C3C"/>
                </a:solidFill>
                <a:latin typeface="Times New Roman"/>
                <a:cs typeface="Times New Roman"/>
              </a:rPr>
              <a:t>i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SQL</a:t>
            </a:r>
            <a:r>
              <a:rPr dirty="0" sz="1800" spc="5" b="0">
                <a:solidFill>
                  <a:srgbClr val="3C3C3C"/>
                </a:solidFill>
                <a:latin typeface="Gill Sans MT"/>
                <a:cs typeface="Gill Sans MT"/>
              </a:rPr>
              <a:t>*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Plu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s </a:t>
            </a:r>
            <a:r>
              <a:rPr dirty="0" sz="1800" spc="-5" b="0">
                <a:solidFill>
                  <a:srgbClr val="3C3C3C"/>
                </a:solidFill>
                <a:latin typeface="Courier New"/>
                <a:cs typeface="Courier New"/>
              </a:rPr>
              <a:t>DESCRIB</a:t>
            </a:r>
            <a:r>
              <a:rPr dirty="0" sz="1800" b="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25" b="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com</a:t>
            </a:r>
            <a:r>
              <a:rPr dirty="0" sz="1800" spc="5" b="0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30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disp</a:t>
            </a:r>
            <a:r>
              <a:rPr dirty="0" sz="1800" spc="5" b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1800" spc="-75" b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y 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 b="0">
                <a:solidFill>
                  <a:srgbClr val="3C3C3C"/>
                </a:solidFill>
                <a:latin typeface="Gill Sans MT"/>
                <a:cs typeface="Gill Sans MT"/>
              </a:rPr>
              <a:t> structure</a:t>
            </a:r>
            <a:r>
              <a:rPr dirty="0" sz="1800" spc="-10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20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b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 b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 b="0">
                <a:solidFill>
                  <a:srgbClr val="3C3C3C"/>
                </a:solidFill>
                <a:latin typeface="Gill Sans MT"/>
                <a:cs typeface="Gill Sans MT"/>
              </a:rPr>
              <a:t>table.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47544" y="3621023"/>
            <a:ext cx="7378700" cy="487680"/>
            <a:chOff x="2447544" y="3621023"/>
            <a:chExt cx="7378700" cy="487680"/>
          </a:xfrm>
        </p:grpSpPr>
        <p:sp>
          <p:nvSpPr>
            <p:cNvPr id="5" name="object 5"/>
            <p:cNvSpPr/>
            <p:nvPr/>
          </p:nvSpPr>
          <p:spPr>
            <a:xfrm>
              <a:off x="2511044" y="3684269"/>
              <a:ext cx="7315200" cy="424180"/>
            </a:xfrm>
            <a:custGeom>
              <a:avLst/>
              <a:gdLst/>
              <a:ahLst/>
              <a:cxnLst/>
              <a:rect l="l" t="t" r="r" b="b"/>
              <a:pathLst>
                <a:path w="7315200" h="424179">
                  <a:moveTo>
                    <a:pt x="7315200" y="0"/>
                  </a:moveTo>
                  <a:lnTo>
                    <a:pt x="7238733" y="0"/>
                  </a:lnTo>
                  <a:lnTo>
                    <a:pt x="7238733" y="26670"/>
                  </a:lnTo>
                  <a:lnTo>
                    <a:pt x="7238746" y="347980"/>
                  </a:lnTo>
                  <a:lnTo>
                    <a:pt x="12954" y="347980"/>
                  </a:lnTo>
                  <a:lnTo>
                    <a:pt x="12954" y="397510"/>
                  </a:lnTo>
                  <a:lnTo>
                    <a:pt x="0" y="397510"/>
                  </a:lnTo>
                  <a:lnTo>
                    <a:pt x="0" y="424180"/>
                  </a:lnTo>
                  <a:lnTo>
                    <a:pt x="7315200" y="424180"/>
                  </a:lnTo>
                  <a:lnTo>
                    <a:pt x="7315200" y="397510"/>
                  </a:lnTo>
                  <a:lnTo>
                    <a:pt x="7315200" y="26670"/>
                  </a:lnTo>
                  <a:lnTo>
                    <a:pt x="7315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60498" y="3633977"/>
              <a:ext cx="7289800" cy="398145"/>
            </a:xfrm>
            <a:custGeom>
              <a:avLst/>
              <a:gdLst/>
              <a:ahLst/>
              <a:cxnLst/>
              <a:rect l="l" t="t" r="r" b="b"/>
              <a:pathLst>
                <a:path w="7289800" h="398145">
                  <a:moveTo>
                    <a:pt x="7289292" y="0"/>
                  </a:moveTo>
                  <a:lnTo>
                    <a:pt x="0" y="0"/>
                  </a:lnTo>
                  <a:lnTo>
                    <a:pt x="0" y="397764"/>
                  </a:lnTo>
                  <a:lnTo>
                    <a:pt x="7289292" y="397764"/>
                  </a:lnTo>
                  <a:lnTo>
                    <a:pt x="728929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60498" y="3633977"/>
              <a:ext cx="7289800" cy="398145"/>
            </a:xfrm>
            <a:custGeom>
              <a:avLst/>
              <a:gdLst/>
              <a:ahLst/>
              <a:cxnLst/>
              <a:rect l="l" t="t" r="r" b="b"/>
              <a:pathLst>
                <a:path w="7289800" h="398145">
                  <a:moveTo>
                    <a:pt x="0" y="397764"/>
                  </a:moveTo>
                  <a:lnTo>
                    <a:pt x="7289292" y="397764"/>
                  </a:lnTo>
                  <a:lnTo>
                    <a:pt x="7289292" y="0"/>
                  </a:lnTo>
                  <a:lnTo>
                    <a:pt x="0" y="0"/>
                  </a:lnTo>
                  <a:lnTo>
                    <a:pt x="0" y="39776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511044" y="4032250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5" h="49529">
                <a:moveTo>
                  <a:pt x="0" y="49529"/>
                </a:moveTo>
                <a:lnTo>
                  <a:pt x="25907" y="49529"/>
                </a:lnTo>
                <a:lnTo>
                  <a:pt x="25907" y="0"/>
                </a:lnTo>
                <a:lnTo>
                  <a:pt x="0" y="0"/>
                </a:lnTo>
                <a:lnTo>
                  <a:pt x="0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38729" y="3655821"/>
            <a:ext cx="2757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DESC[RIBE]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tablename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8372" y="1138173"/>
            <a:ext cx="50050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Gill Sans MT"/>
                <a:cs typeface="Gill Sans MT"/>
              </a:rPr>
              <a:t>DISPL</a:t>
            </a:r>
            <a:r>
              <a:rPr dirty="0" sz="2800" spc="-320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2800" spc="-5">
                <a:solidFill>
                  <a:srgbClr val="FFFFFF"/>
                </a:solidFill>
                <a:latin typeface="Gill Sans MT"/>
                <a:cs typeface="Gill Sans MT"/>
              </a:rPr>
              <a:t>YING</a:t>
            </a:r>
            <a:r>
              <a:rPr dirty="0" sz="2800" spc="-33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280">
                <a:solidFill>
                  <a:srgbClr val="FFFFFF"/>
                </a:solidFill>
                <a:latin typeface="Gill Sans MT"/>
                <a:cs typeface="Gill Sans MT"/>
              </a:rPr>
              <a:t>T</a:t>
            </a:r>
            <a:r>
              <a:rPr dirty="0" sz="2800" spc="-5">
                <a:solidFill>
                  <a:srgbClr val="FFFFFF"/>
                </a:solidFill>
                <a:latin typeface="Gill Sans MT"/>
                <a:cs typeface="Gill Sans MT"/>
              </a:rPr>
              <a:t>AB</a:t>
            </a:r>
            <a:r>
              <a:rPr dirty="0" sz="2800" spc="-15">
                <a:solidFill>
                  <a:srgbClr val="FFFFFF"/>
                </a:solidFill>
                <a:latin typeface="Gill Sans MT"/>
                <a:cs typeface="Gill Sans MT"/>
              </a:rPr>
              <a:t>L</a:t>
            </a:r>
            <a:r>
              <a:rPr dirty="0" sz="2800" spc="-5">
                <a:solidFill>
                  <a:srgbClr val="FFFFFF"/>
                </a:solidFill>
                <a:latin typeface="Gill Sans MT"/>
                <a:cs typeface="Gill Sans MT"/>
              </a:rPr>
              <a:t>E</a:t>
            </a:r>
            <a:r>
              <a:rPr dirty="0" sz="2800" spc="5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Gill Sans MT"/>
                <a:cs typeface="Gill Sans MT"/>
              </a:rPr>
              <a:t>ST</a:t>
            </a:r>
            <a:r>
              <a:rPr dirty="0" sz="2800" spc="-85">
                <a:solidFill>
                  <a:srgbClr val="FFFFFF"/>
                </a:solidFill>
                <a:latin typeface="Gill Sans MT"/>
                <a:cs typeface="Gill Sans MT"/>
              </a:rPr>
              <a:t>R</a:t>
            </a:r>
            <a:r>
              <a:rPr dirty="0" sz="2800" spc="-5">
                <a:solidFill>
                  <a:srgbClr val="FFFFFF"/>
                </a:solidFill>
                <a:latin typeface="Gill Sans MT"/>
                <a:cs typeface="Gill Sans MT"/>
              </a:rPr>
              <a:t>UCTURE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99944" y="1924811"/>
            <a:ext cx="6970395" cy="485775"/>
            <a:chOff x="2599944" y="1924811"/>
            <a:chExt cx="6970395" cy="485775"/>
          </a:xfrm>
        </p:grpSpPr>
        <p:sp>
          <p:nvSpPr>
            <p:cNvPr id="4" name="object 4"/>
            <p:cNvSpPr/>
            <p:nvPr/>
          </p:nvSpPr>
          <p:spPr>
            <a:xfrm>
              <a:off x="2663444" y="1988819"/>
              <a:ext cx="6906895" cy="421640"/>
            </a:xfrm>
            <a:custGeom>
              <a:avLst/>
              <a:gdLst/>
              <a:ahLst/>
              <a:cxnLst/>
              <a:rect l="l" t="t" r="r" b="b"/>
              <a:pathLst>
                <a:path w="6906895" h="421639">
                  <a:moveTo>
                    <a:pt x="6906768" y="0"/>
                  </a:moveTo>
                  <a:lnTo>
                    <a:pt x="6830314" y="0"/>
                  </a:lnTo>
                  <a:lnTo>
                    <a:pt x="6830314" y="12700"/>
                  </a:lnTo>
                  <a:lnTo>
                    <a:pt x="6830314" y="25400"/>
                  </a:lnTo>
                  <a:lnTo>
                    <a:pt x="6830314" y="345440"/>
                  </a:lnTo>
                  <a:lnTo>
                    <a:pt x="25908" y="345440"/>
                  </a:lnTo>
                  <a:lnTo>
                    <a:pt x="12954" y="345440"/>
                  </a:lnTo>
                  <a:lnTo>
                    <a:pt x="0" y="345440"/>
                  </a:lnTo>
                  <a:lnTo>
                    <a:pt x="0" y="396240"/>
                  </a:lnTo>
                  <a:lnTo>
                    <a:pt x="0" y="421640"/>
                  </a:lnTo>
                  <a:lnTo>
                    <a:pt x="6906768" y="421640"/>
                  </a:lnTo>
                  <a:lnTo>
                    <a:pt x="6906768" y="396240"/>
                  </a:lnTo>
                  <a:lnTo>
                    <a:pt x="6906768" y="25400"/>
                  </a:lnTo>
                  <a:lnTo>
                    <a:pt x="6906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612898" y="1937765"/>
              <a:ext cx="6880859" cy="396240"/>
            </a:xfrm>
            <a:custGeom>
              <a:avLst/>
              <a:gdLst/>
              <a:ahLst/>
              <a:cxnLst/>
              <a:rect l="l" t="t" r="r" b="b"/>
              <a:pathLst>
                <a:path w="6880859" h="396239">
                  <a:moveTo>
                    <a:pt x="6880859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6880859" y="396239"/>
                  </a:lnTo>
                  <a:lnTo>
                    <a:pt x="6880859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612898" y="1937765"/>
              <a:ext cx="6880859" cy="396240"/>
            </a:xfrm>
            <a:custGeom>
              <a:avLst/>
              <a:gdLst/>
              <a:ahLst/>
              <a:cxnLst/>
              <a:rect l="l" t="t" r="r" b="b"/>
              <a:pathLst>
                <a:path w="6880859" h="396239">
                  <a:moveTo>
                    <a:pt x="0" y="396239"/>
                  </a:moveTo>
                  <a:lnTo>
                    <a:pt x="6880859" y="396239"/>
                  </a:lnTo>
                  <a:lnTo>
                    <a:pt x="6880859" y="0"/>
                  </a:lnTo>
                  <a:lnTo>
                    <a:pt x="0" y="0"/>
                  </a:lnTo>
                  <a:lnTo>
                    <a:pt x="0" y="396239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691129" y="1958466"/>
            <a:ext cx="2483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DESCRIBE</a:t>
            </a:r>
            <a:r>
              <a:rPr dirty="0" sz="1800" spc="-8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0707" y="2622804"/>
            <a:ext cx="6885820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468816" y="2121344"/>
            <a:ext cx="7291070" cy="4023995"/>
            <a:chOff x="2468816" y="2121344"/>
            <a:chExt cx="7291070" cy="4023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0988" y="2213984"/>
              <a:ext cx="7162800" cy="37810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81834" y="2134362"/>
              <a:ext cx="7265034" cy="3997960"/>
            </a:xfrm>
            <a:custGeom>
              <a:avLst/>
              <a:gdLst/>
              <a:ahLst/>
              <a:cxnLst/>
              <a:rect l="l" t="t" r="r" b="b"/>
              <a:pathLst>
                <a:path w="7265034" h="3997960">
                  <a:moveTo>
                    <a:pt x="0" y="3997452"/>
                  </a:moveTo>
                  <a:lnTo>
                    <a:pt x="7264908" y="3997452"/>
                  </a:lnTo>
                  <a:lnTo>
                    <a:pt x="7264908" y="0"/>
                  </a:lnTo>
                  <a:lnTo>
                    <a:pt x="0" y="0"/>
                  </a:lnTo>
                  <a:lnTo>
                    <a:pt x="0" y="399745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273289" y="4219702"/>
              <a:ext cx="478155" cy="151130"/>
            </a:xfrm>
            <a:custGeom>
              <a:avLst/>
              <a:gdLst/>
              <a:ahLst/>
              <a:cxnLst/>
              <a:rect l="l" t="t" r="r" b="b"/>
              <a:pathLst>
                <a:path w="478154" h="151129">
                  <a:moveTo>
                    <a:pt x="249427" y="0"/>
                  </a:moveTo>
                  <a:lnTo>
                    <a:pt x="0" y="81787"/>
                  </a:lnTo>
                  <a:lnTo>
                    <a:pt x="253364" y="150749"/>
                  </a:lnTo>
                  <a:lnTo>
                    <a:pt x="186291" y="103124"/>
                  </a:lnTo>
                  <a:lnTo>
                    <a:pt x="151510" y="103124"/>
                  </a:lnTo>
                  <a:lnTo>
                    <a:pt x="150240" y="52831"/>
                  </a:lnTo>
                  <a:lnTo>
                    <a:pt x="183744" y="51970"/>
                  </a:lnTo>
                  <a:lnTo>
                    <a:pt x="249427" y="0"/>
                  </a:lnTo>
                  <a:close/>
                </a:path>
                <a:path w="478154" h="151129">
                  <a:moveTo>
                    <a:pt x="150876" y="77978"/>
                  </a:moveTo>
                  <a:lnTo>
                    <a:pt x="151510" y="103124"/>
                  </a:lnTo>
                  <a:lnTo>
                    <a:pt x="185076" y="102261"/>
                  </a:lnTo>
                  <a:lnTo>
                    <a:pt x="150876" y="77978"/>
                  </a:lnTo>
                  <a:close/>
                </a:path>
                <a:path w="478154" h="151129">
                  <a:moveTo>
                    <a:pt x="185076" y="102261"/>
                  </a:moveTo>
                  <a:lnTo>
                    <a:pt x="151510" y="103124"/>
                  </a:lnTo>
                  <a:lnTo>
                    <a:pt x="186291" y="103124"/>
                  </a:lnTo>
                  <a:lnTo>
                    <a:pt x="185076" y="102261"/>
                  </a:lnTo>
                  <a:close/>
                </a:path>
                <a:path w="478154" h="151129">
                  <a:moveTo>
                    <a:pt x="476376" y="44450"/>
                  </a:moveTo>
                  <a:lnTo>
                    <a:pt x="183744" y="51970"/>
                  </a:lnTo>
                  <a:lnTo>
                    <a:pt x="150876" y="77978"/>
                  </a:lnTo>
                  <a:lnTo>
                    <a:pt x="185076" y="102261"/>
                  </a:lnTo>
                  <a:lnTo>
                    <a:pt x="477646" y="94742"/>
                  </a:lnTo>
                  <a:lnTo>
                    <a:pt x="476376" y="44450"/>
                  </a:lnTo>
                  <a:close/>
                </a:path>
                <a:path w="478154" h="151129">
                  <a:moveTo>
                    <a:pt x="183744" y="51970"/>
                  </a:moveTo>
                  <a:lnTo>
                    <a:pt x="150240" y="52831"/>
                  </a:lnTo>
                  <a:lnTo>
                    <a:pt x="150875" y="77978"/>
                  </a:lnTo>
                  <a:lnTo>
                    <a:pt x="183744" y="5197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757922" y="405460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57922" y="405460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475725" y="48668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8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8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75725" y="4866894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8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8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68372" y="1138173"/>
            <a:ext cx="5383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INTE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R</a:t>
            </a:r>
            <a:r>
              <a:rPr dirty="0" sz="2800" spc="-120" b="0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CTING</a:t>
            </a:r>
            <a:r>
              <a:rPr dirty="0" sz="2800" spc="-34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WITH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SCRIPT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FILES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7781" y="4097477"/>
            <a:ext cx="912494" cy="1205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48700" y="5371338"/>
            <a:ext cx="151130" cy="410209"/>
          </a:xfrm>
          <a:custGeom>
            <a:avLst/>
            <a:gdLst/>
            <a:ahLst/>
            <a:cxnLst/>
            <a:rect l="l" t="t" r="r" b="b"/>
            <a:pathLst>
              <a:path w="151129" h="410210">
                <a:moveTo>
                  <a:pt x="0" y="158496"/>
                </a:moveTo>
                <a:lnTo>
                  <a:pt x="75438" y="409956"/>
                </a:lnTo>
                <a:lnTo>
                  <a:pt x="120700" y="259080"/>
                </a:lnTo>
                <a:lnTo>
                  <a:pt x="50292" y="259080"/>
                </a:lnTo>
                <a:lnTo>
                  <a:pt x="50292" y="225552"/>
                </a:lnTo>
                <a:lnTo>
                  <a:pt x="0" y="158496"/>
                </a:lnTo>
                <a:close/>
              </a:path>
              <a:path w="151129" h="410210">
                <a:moveTo>
                  <a:pt x="50292" y="225552"/>
                </a:moveTo>
                <a:lnTo>
                  <a:pt x="50292" y="259080"/>
                </a:lnTo>
                <a:lnTo>
                  <a:pt x="75438" y="259080"/>
                </a:lnTo>
                <a:lnTo>
                  <a:pt x="50292" y="225552"/>
                </a:lnTo>
                <a:close/>
              </a:path>
              <a:path w="151129" h="410210">
                <a:moveTo>
                  <a:pt x="100583" y="0"/>
                </a:moveTo>
                <a:lnTo>
                  <a:pt x="50292" y="0"/>
                </a:lnTo>
                <a:lnTo>
                  <a:pt x="50292" y="225552"/>
                </a:lnTo>
                <a:lnTo>
                  <a:pt x="75438" y="259080"/>
                </a:lnTo>
                <a:lnTo>
                  <a:pt x="100583" y="225552"/>
                </a:lnTo>
                <a:lnTo>
                  <a:pt x="100583" y="0"/>
                </a:lnTo>
                <a:close/>
              </a:path>
              <a:path w="151129" h="410210">
                <a:moveTo>
                  <a:pt x="100583" y="225552"/>
                </a:moveTo>
                <a:lnTo>
                  <a:pt x="75438" y="259080"/>
                </a:lnTo>
                <a:lnTo>
                  <a:pt x="100583" y="259080"/>
                </a:lnTo>
                <a:lnTo>
                  <a:pt x="100583" y="225552"/>
                </a:lnTo>
                <a:close/>
              </a:path>
              <a:path w="151129" h="410210">
                <a:moveTo>
                  <a:pt x="150875" y="158496"/>
                </a:moveTo>
                <a:lnTo>
                  <a:pt x="100583" y="225552"/>
                </a:lnTo>
                <a:lnTo>
                  <a:pt x="100583" y="259080"/>
                </a:lnTo>
                <a:lnTo>
                  <a:pt x="120700" y="259080"/>
                </a:lnTo>
                <a:lnTo>
                  <a:pt x="150875" y="15849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450528" y="2235644"/>
            <a:ext cx="7291070" cy="4039235"/>
            <a:chOff x="2450528" y="2235644"/>
            <a:chExt cx="7291070" cy="4039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2700" y="2343524"/>
              <a:ext cx="7162800" cy="37810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63546" y="2263902"/>
              <a:ext cx="7265034" cy="3997960"/>
            </a:xfrm>
            <a:custGeom>
              <a:avLst/>
              <a:gdLst/>
              <a:ahLst/>
              <a:cxnLst/>
              <a:rect l="l" t="t" r="r" b="b"/>
              <a:pathLst>
                <a:path w="7265034" h="3997960">
                  <a:moveTo>
                    <a:pt x="0" y="3997452"/>
                  </a:moveTo>
                  <a:lnTo>
                    <a:pt x="7264908" y="3997452"/>
                  </a:lnTo>
                  <a:lnTo>
                    <a:pt x="7264908" y="0"/>
                  </a:lnTo>
                  <a:lnTo>
                    <a:pt x="0" y="0"/>
                  </a:lnTo>
                  <a:lnTo>
                    <a:pt x="0" y="399745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76877" y="224866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76877" y="224866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53854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0">
                <a:solidFill>
                  <a:srgbClr val="FFFFFF"/>
                </a:solidFill>
                <a:latin typeface="Gill Sans MT"/>
                <a:cs typeface="Gill Sans MT"/>
              </a:rPr>
              <a:t>INTERACTING</a:t>
            </a:r>
            <a:r>
              <a:rPr dirty="0" sz="2800" spc="-34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WITH</a:t>
            </a:r>
            <a:r>
              <a:rPr dirty="0" sz="2800" spc="-1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SCRIPT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FILES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7119" y="229184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51376" y="2753105"/>
            <a:ext cx="151130" cy="410209"/>
          </a:xfrm>
          <a:custGeom>
            <a:avLst/>
            <a:gdLst/>
            <a:ahLst/>
            <a:cxnLst/>
            <a:rect l="l" t="t" r="r" b="b"/>
            <a:pathLst>
              <a:path w="151129" h="410210">
                <a:moveTo>
                  <a:pt x="0" y="158496"/>
                </a:moveTo>
                <a:lnTo>
                  <a:pt x="75437" y="409956"/>
                </a:lnTo>
                <a:lnTo>
                  <a:pt x="120700" y="259080"/>
                </a:lnTo>
                <a:lnTo>
                  <a:pt x="50291" y="259080"/>
                </a:lnTo>
                <a:lnTo>
                  <a:pt x="50291" y="225551"/>
                </a:lnTo>
                <a:lnTo>
                  <a:pt x="0" y="158496"/>
                </a:lnTo>
                <a:close/>
              </a:path>
              <a:path w="151129" h="410210">
                <a:moveTo>
                  <a:pt x="50291" y="225551"/>
                </a:moveTo>
                <a:lnTo>
                  <a:pt x="50291" y="259080"/>
                </a:lnTo>
                <a:lnTo>
                  <a:pt x="75437" y="259080"/>
                </a:lnTo>
                <a:lnTo>
                  <a:pt x="50291" y="225551"/>
                </a:lnTo>
                <a:close/>
              </a:path>
              <a:path w="151129" h="410210">
                <a:moveTo>
                  <a:pt x="100584" y="0"/>
                </a:moveTo>
                <a:lnTo>
                  <a:pt x="50291" y="0"/>
                </a:lnTo>
                <a:lnTo>
                  <a:pt x="50291" y="225551"/>
                </a:lnTo>
                <a:lnTo>
                  <a:pt x="75437" y="259080"/>
                </a:lnTo>
                <a:lnTo>
                  <a:pt x="100584" y="225551"/>
                </a:lnTo>
                <a:lnTo>
                  <a:pt x="100584" y="0"/>
                </a:lnTo>
                <a:close/>
              </a:path>
              <a:path w="151129" h="410210">
                <a:moveTo>
                  <a:pt x="100584" y="225551"/>
                </a:moveTo>
                <a:lnTo>
                  <a:pt x="75437" y="259080"/>
                </a:lnTo>
                <a:lnTo>
                  <a:pt x="100584" y="259080"/>
                </a:lnTo>
                <a:lnTo>
                  <a:pt x="100584" y="225551"/>
                </a:lnTo>
                <a:close/>
              </a:path>
              <a:path w="151129" h="410210">
                <a:moveTo>
                  <a:pt x="150875" y="158496"/>
                </a:moveTo>
                <a:lnTo>
                  <a:pt x="100584" y="225551"/>
                </a:lnTo>
                <a:lnTo>
                  <a:pt x="100584" y="259080"/>
                </a:lnTo>
                <a:lnTo>
                  <a:pt x="120700" y="259080"/>
                </a:lnTo>
                <a:lnTo>
                  <a:pt x="150875" y="15849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023105" y="3177920"/>
            <a:ext cx="23444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EBEBEB"/>
                </a:solidFill>
                <a:latin typeface="Courier New"/>
                <a:cs typeface="Courier New"/>
              </a:rPr>
              <a:t>D:\temp\emp_sql.htm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80296" y="3554729"/>
            <a:ext cx="6389370" cy="1883410"/>
            <a:chOff x="2880296" y="3554729"/>
            <a:chExt cx="6389370" cy="1883410"/>
          </a:xfrm>
        </p:grpSpPr>
        <p:sp>
          <p:nvSpPr>
            <p:cNvPr id="13" name="object 13"/>
            <p:cNvSpPr/>
            <p:nvPr/>
          </p:nvSpPr>
          <p:spPr>
            <a:xfrm>
              <a:off x="8759824" y="3970146"/>
              <a:ext cx="497205" cy="494030"/>
            </a:xfrm>
            <a:custGeom>
              <a:avLst/>
              <a:gdLst/>
              <a:ahLst/>
              <a:cxnLst/>
              <a:rect l="l" t="t" r="r" b="b"/>
              <a:pathLst>
                <a:path w="497204" h="494029">
                  <a:moveTo>
                    <a:pt x="252729" y="0"/>
                  </a:moveTo>
                  <a:lnTo>
                    <a:pt x="202589" y="4172"/>
                  </a:lnTo>
                  <a:lnTo>
                    <a:pt x="155715" y="17756"/>
                  </a:lnTo>
                  <a:lnTo>
                    <a:pt x="113125" y="39781"/>
                  </a:lnTo>
                  <a:lnTo>
                    <a:pt x="75834" y="69278"/>
                  </a:lnTo>
                  <a:lnTo>
                    <a:pt x="44860" y="105276"/>
                  </a:lnTo>
                  <a:lnTo>
                    <a:pt x="21218" y="146804"/>
                  </a:lnTo>
                  <a:lnTo>
                    <a:pt x="5926" y="192892"/>
                  </a:lnTo>
                  <a:lnTo>
                    <a:pt x="0" y="242569"/>
                  </a:lnTo>
                  <a:lnTo>
                    <a:pt x="4206" y="292389"/>
                  </a:lnTo>
                  <a:lnTo>
                    <a:pt x="17887" y="338968"/>
                  </a:lnTo>
                  <a:lnTo>
                    <a:pt x="40063" y="381294"/>
                  </a:lnTo>
                  <a:lnTo>
                    <a:pt x="69754" y="418353"/>
                  </a:lnTo>
                  <a:lnTo>
                    <a:pt x="105982" y="449132"/>
                  </a:lnTo>
                  <a:lnTo>
                    <a:pt x="147768" y="472616"/>
                  </a:lnTo>
                  <a:lnTo>
                    <a:pt x="194131" y="487793"/>
                  </a:lnTo>
                  <a:lnTo>
                    <a:pt x="244094" y="493648"/>
                  </a:lnTo>
                  <a:lnTo>
                    <a:pt x="294270" y="489513"/>
                  </a:lnTo>
                  <a:lnTo>
                    <a:pt x="341161" y="475948"/>
                  </a:lnTo>
                  <a:lnTo>
                    <a:pt x="383754" y="453929"/>
                  </a:lnTo>
                  <a:lnTo>
                    <a:pt x="421036" y="424433"/>
                  </a:lnTo>
                  <a:lnTo>
                    <a:pt x="451996" y="388437"/>
                  </a:lnTo>
                  <a:lnTo>
                    <a:pt x="475622" y="346916"/>
                  </a:lnTo>
                  <a:lnTo>
                    <a:pt x="490902" y="300847"/>
                  </a:lnTo>
                  <a:lnTo>
                    <a:pt x="496824" y="251205"/>
                  </a:lnTo>
                  <a:lnTo>
                    <a:pt x="492654" y="201386"/>
                  </a:lnTo>
                  <a:lnTo>
                    <a:pt x="478990" y="154805"/>
                  </a:lnTo>
                  <a:lnTo>
                    <a:pt x="456816" y="112474"/>
                  </a:lnTo>
                  <a:lnTo>
                    <a:pt x="427116" y="75406"/>
                  </a:lnTo>
                  <a:lnTo>
                    <a:pt x="390874" y="44612"/>
                  </a:lnTo>
                  <a:lnTo>
                    <a:pt x="349073" y="21105"/>
                  </a:lnTo>
                  <a:lnTo>
                    <a:pt x="302697" y="5897"/>
                  </a:lnTo>
                  <a:lnTo>
                    <a:pt x="252729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759824" y="3970146"/>
              <a:ext cx="497205" cy="494030"/>
            </a:xfrm>
            <a:custGeom>
              <a:avLst/>
              <a:gdLst/>
              <a:ahLst/>
              <a:cxnLst/>
              <a:rect l="l" t="t" r="r" b="b"/>
              <a:pathLst>
                <a:path w="497204" h="494029">
                  <a:moveTo>
                    <a:pt x="0" y="242569"/>
                  </a:moveTo>
                  <a:lnTo>
                    <a:pt x="5926" y="192892"/>
                  </a:lnTo>
                  <a:lnTo>
                    <a:pt x="21218" y="146804"/>
                  </a:lnTo>
                  <a:lnTo>
                    <a:pt x="44860" y="105276"/>
                  </a:lnTo>
                  <a:lnTo>
                    <a:pt x="75834" y="69278"/>
                  </a:lnTo>
                  <a:lnTo>
                    <a:pt x="113125" y="39781"/>
                  </a:lnTo>
                  <a:lnTo>
                    <a:pt x="155715" y="17756"/>
                  </a:lnTo>
                  <a:lnTo>
                    <a:pt x="202589" y="4172"/>
                  </a:lnTo>
                  <a:lnTo>
                    <a:pt x="252729" y="0"/>
                  </a:lnTo>
                  <a:lnTo>
                    <a:pt x="302697" y="5897"/>
                  </a:lnTo>
                  <a:lnTo>
                    <a:pt x="349073" y="21105"/>
                  </a:lnTo>
                  <a:lnTo>
                    <a:pt x="390874" y="44612"/>
                  </a:lnTo>
                  <a:lnTo>
                    <a:pt x="427116" y="75406"/>
                  </a:lnTo>
                  <a:lnTo>
                    <a:pt x="456816" y="112474"/>
                  </a:lnTo>
                  <a:lnTo>
                    <a:pt x="478990" y="154805"/>
                  </a:lnTo>
                  <a:lnTo>
                    <a:pt x="492654" y="201386"/>
                  </a:lnTo>
                  <a:lnTo>
                    <a:pt x="496824" y="251205"/>
                  </a:lnTo>
                  <a:lnTo>
                    <a:pt x="490902" y="300847"/>
                  </a:lnTo>
                  <a:lnTo>
                    <a:pt x="475622" y="346916"/>
                  </a:lnTo>
                  <a:lnTo>
                    <a:pt x="451996" y="388437"/>
                  </a:lnTo>
                  <a:lnTo>
                    <a:pt x="421036" y="424433"/>
                  </a:lnTo>
                  <a:lnTo>
                    <a:pt x="383754" y="453929"/>
                  </a:lnTo>
                  <a:lnTo>
                    <a:pt x="341161" y="475948"/>
                  </a:lnTo>
                  <a:lnTo>
                    <a:pt x="294270" y="489513"/>
                  </a:lnTo>
                  <a:lnTo>
                    <a:pt x="244094" y="493648"/>
                  </a:lnTo>
                  <a:lnTo>
                    <a:pt x="194131" y="487793"/>
                  </a:lnTo>
                  <a:lnTo>
                    <a:pt x="147768" y="472616"/>
                  </a:lnTo>
                  <a:lnTo>
                    <a:pt x="105982" y="449132"/>
                  </a:lnTo>
                  <a:lnTo>
                    <a:pt x="69754" y="418353"/>
                  </a:lnTo>
                  <a:lnTo>
                    <a:pt x="40063" y="381294"/>
                  </a:lnTo>
                  <a:lnTo>
                    <a:pt x="17887" y="338968"/>
                  </a:lnTo>
                  <a:lnTo>
                    <a:pt x="4206" y="292389"/>
                  </a:lnTo>
                  <a:lnTo>
                    <a:pt x="0" y="242569"/>
                  </a:lnTo>
                  <a:close/>
                </a:path>
              </a:pathLst>
            </a:custGeom>
            <a:ln w="2540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29369" y="4112259"/>
              <a:ext cx="149351" cy="22021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933687" y="3554729"/>
              <a:ext cx="151130" cy="410209"/>
            </a:xfrm>
            <a:custGeom>
              <a:avLst/>
              <a:gdLst/>
              <a:ahLst/>
              <a:cxnLst/>
              <a:rect l="l" t="t" r="r" b="b"/>
              <a:pathLst>
                <a:path w="151129" h="410210">
                  <a:moveTo>
                    <a:pt x="75437" y="150876"/>
                  </a:moveTo>
                  <a:lnTo>
                    <a:pt x="50291" y="184404"/>
                  </a:lnTo>
                  <a:lnTo>
                    <a:pt x="50291" y="409956"/>
                  </a:lnTo>
                  <a:lnTo>
                    <a:pt x="100583" y="409956"/>
                  </a:lnTo>
                  <a:lnTo>
                    <a:pt x="100583" y="184404"/>
                  </a:lnTo>
                  <a:lnTo>
                    <a:pt x="75437" y="150876"/>
                  </a:lnTo>
                  <a:close/>
                </a:path>
                <a:path w="151129" h="410210">
                  <a:moveTo>
                    <a:pt x="75437" y="0"/>
                  </a:moveTo>
                  <a:lnTo>
                    <a:pt x="0" y="251460"/>
                  </a:lnTo>
                  <a:lnTo>
                    <a:pt x="50291" y="184404"/>
                  </a:lnTo>
                  <a:lnTo>
                    <a:pt x="50291" y="150876"/>
                  </a:lnTo>
                  <a:lnTo>
                    <a:pt x="120700" y="150876"/>
                  </a:lnTo>
                  <a:lnTo>
                    <a:pt x="75437" y="0"/>
                  </a:lnTo>
                  <a:close/>
                </a:path>
                <a:path w="151129" h="410210">
                  <a:moveTo>
                    <a:pt x="120700" y="150876"/>
                  </a:moveTo>
                  <a:lnTo>
                    <a:pt x="100583" y="150876"/>
                  </a:lnTo>
                  <a:lnTo>
                    <a:pt x="100583" y="184404"/>
                  </a:lnTo>
                  <a:lnTo>
                    <a:pt x="150875" y="251460"/>
                  </a:lnTo>
                  <a:lnTo>
                    <a:pt x="120700" y="150876"/>
                  </a:lnTo>
                  <a:close/>
                </a:path>
                <a:path w="151129" h="410210">
                  <a:moveTo>
                    <a:pt x="75437" y="150876"/>
                  </a:moveTo>
                  <a:lnTo>
                    <a:pt x="50291" y="150876"/>
                  </a:lnTo>
                  <a:lnTo>
                    <a:pt x="50291" y="184404"/>
                  </a:lnTo>
                  <a:lnTo>
                    <a:pt x="75437" y="150876"/>
                  </a:lnTo>
                  <a:close/>
                </a:path>
                <a:path w="151129" h="410210">
                  <a:moveTo>
                    <a:pt x="100583" y="150876"/>
                  </a:moveTo>
                  <a:lnTo>
                    <a:pt x="75437" y="150876"/>
                  </a:lnTo>
                  <a:lnTo>
                    <a:pt x="100583" y="184404"/>
                  </a:lnTo>
                  <a:lnTo>
                    <a:pt x="100583" y="150876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893313" y="4930901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6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893313" y="4930901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6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7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042666" y="4975352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66288" y="5436870"/>
            <a:ext cx="151130" cy="408940"/>
          </a:xfrm>
          <a:custGeom>
            <a:avLst/>
            <a:gdLst/>
            <a:ahLst/>
            <a:cxnLst/>
            <a:rect l="l" t="t" r="r" b="b"/>
            <a:pathLst>
              <a:path w="151130" h="408939">
                <a:moveTo>
                  <a:pt x="0" y="156971"/>
                </a:moveTo>
                <a:lnTo>
                  <a:pt x="75437" y="408431"/>
                </a:lnTo>
                <a:lnTo>
                  <a:pt x="120700" y="257555"/>
                </a:lnTo>
                <a:lnTo>
                  <a:pt x="50292" y="257555"/>
                </a:lnTo>
                <a:lnTo>
                  <a:pt x="50292" y="224027"/>
                </a:lnTo>
                <a:lnTo>
                  <a:pt x="0" y="156971"/>
                </a:lnTo>
                <a:close/>
              </a:path>
              <a:path w="151130" h="408939">
                <a:moveTo>
                  <a:pt x="50292" y="224027"/>
                </a:moveTo>
                <a:lnTo>
                  <a:pt x="50292" y="257555"/>
                </a:lnTo>
                <a:lnTo>
                  <a:pt x="75437" y="257555"/>
                </a:lnTo>
                <a:lnTo>
                  <a:pt x="50292" y="224027"/>
                </a:lnTo>
                <a:close/>
              </a:path>
              <a:path w="151130" h="408939">
                <a:moveTo>
                  <a:pt x="100584" y="0"/>
                </a:moveTo>
                <a:lnTo>
                  <a:pt x="50292" y="0"/>
                </a:lnTo>
                <a:lnTo>
                  <a:pt x="50292" y="224027"/>
                </a:lnTo>
                <a:lnTo>
                  <a:pt x="75437" y="257555"/>
                </a:lnTo>
                <a:lnTo>
                  <a:pt x="100583" y="224027"/>
                </a:lnTo>
                <a:lnTo>
                  <a:pt x="100584" y="0"/>
                </a:lnTo>
                <a:close/>
              </a:path>
              <a:path w="151130" h="408939">
                <a:moveTo>
                  <a:pt x="100584" y="224027"/>
                </a:moveTo>
                <a:lnTo>
                  <a:pt x="75437" y="257555"/>
                </a:lnTo>
                <a:lnTo>
                  <a:pt x="100584" y="257555"/>
                </a:lnTo>
                <a:lnTo>
                  <a:pt x="100584" y="224027"/>
                </a:lnTo>
                <a:close/>
              </a:path>
              <a:path w="151130" h="408939">
                <a:moveTo>
                  <a:pt x="150875" y="156971"/>
                </a:moveTo>
                <a:lnTo>
                  <a:pt x="100584" y="224027"/>
                </a:lnTo>
                <a:lnTo>
                  <a:pt x="100584" y="257555"/>
                </a:lnTo>
                <a:lnTo>
                  <a:pt x="120700" y="257555"/>
                </a:lnTo>
                <a:lnTo>
                  <a:pt x="150875" y="156971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INTERACTING</a:t>
                      </a:r>
                      <a:r>
                        <a:rPr dirty="0" sz="2800" spc="-34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SCRIPT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FILES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538920" y="2263076"/>
            <a:ext cx="7291070" cy="4023995"/>
            <a:chOff x="2538920" y="2263076"/>
            <a:chExt cx="7291070" cy="4023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1091" y="2355716"/>
              <a:ext cx="7162800" cy="37810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51937" y="2276094"/>
              <a:ext cx="7265034" cy="3997960"/>
            </a:xfrm>
            <a:custGeom>
              <a:avLst/>
              <a:gdLst/>
              <a:ahLst/>
              <a:cxnLst/>
              <a:rect l="l" t="t" r="r" b="b"/>
              <a:pathLst>
                <a:path w="7265034" h="3997960">
                  <a:moveTo>
                    <a:pt x="0" y="3997452"/>
                  </a:moveTo>
                  <a:lnTo>
                    <a:pt x="7264908" y="3997452"/>
                  </a:lnTo>
                  <a:lnTo>
                    <a:pt x="7264908" y="0"/>
                  </a:lnTo>
                  <a:lnTo>
                    <a:pt x="0" y="0"/>
                  </a:lnTo>
                  <a:lnTo>
                    <a:pt x="0" y="399745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189469" y="4272915"/>
              <a:ext cx="476250" cy="151130"/>
            </a:xfrm>
            <a:custGeom>
              <a:avLst/>
              <a:gdLst/>
              <a:ahLst/>
              <a:cxnLst/>
              <a:rect l="l" t="t" r="r" b="b"/>
              <a:pathLst>
                <a:path w="476250" h="151129">
                  <a:moveTo>
                    <a:pt x="249427" y="0"/>
                  </a:moveTo>
                  <a:lnTo>
                    <a:pt x="0" y="81915"/>
                  </a:lnTo>
                  <a:lnTo>
                    <a:pt x="253364" y="150876"/>
                  </a:lnTo>
                  <a:lnTo>
                    <a:pt x="186112" y="103124"/>
                  </a:lnTo>
                  <a:lnTo>
                    <a:pt x="151510" y="103124"/>
                  </a:lnTo>
                  <a:lnTo>
                    <a:pt x="150240" y="52959"/>
                  </a:lnTo>
                  <a:lnTo>
                    <a:pt x="183694" y="52095"/>
                  </a:lnTo>
                  <a:lnTo>
                    <a:pt x="249427" y="0"/>
                  </a:lnTo>
                  <a:close/>
                </a:path>
                <a:path w="476250" h="151129">
                  <a:moveTo>
                    <a:pt x="150877" y="78106"/>
                  </a:moveTo>
                  <a:lnTo>
                    <a:pt x="151510" y="103124"/>
                  </a:lnTo>
                  <a:lnTo>
                    <a:pt x="184915" y="102274"/>
                  </a:lnTo>
                  <a:lnTo>
                    <a:pt x="150877" y="78106"/>
                  </a:lnTo>
                  <a:close/>
                </a:path>
                <a:path w="476250" h="151129">
                  <a:moveTo>
                    <a:pt x="184915" y="102274"/>
                  </a:moveTo>
                  <a:lnTo>
                    <a:pt x="151510" y="103124"/>
                  </a:lnTo>
                  <a:lnTo>
                    <a:pt x="186112" y="103124"/>
                  </a:lnTo>
                  <a:lnTo>
                    <a:pt x="184915" y="102274"/>
                  </a:lnTo>
                  <a:close/>
                </a:path>
                <a:path w="476250" h="151129">
                  <a:moveTo>
                    <a:pt x="474852" y="44577"/>
                  </a:moveTo>
                  <a:lnTo>
                    <a:pt x="183694" y="52095"/>
                  </a:lnTo>
                  <a:lnTo>
                    <a:pt x="150877" y="78106"/>
                  </a:lnTo>
                  <a:lnTo>
                    <a:pt x="184915" y="102274"/>
                  </a:lnTo>
                  <a:lnTo>
                    <a:pt x="476123" y="94868"/>
                  </a:lnTo>
                  <a:lnTo>
                    <a:pt x="474852" y="44577"/>
                  </a:lnTo>
                  <a:close/>
                </a:path>
                <a:path w="476250" h="151129">
                  <a:moveTo>
                    <a:pt x="183694" y="52095"/>
                  </a:moveTo>
                  <a:lnTo>
                    <a:pt x="150240" y="52959"/>
                  </a:lnTo>
                  <a:lnTo>
                    <a:pt x="150877" y="78103"/>
                  </a:lnTo>
                  <a:lnTo>
                    <a:pt x="183694" y="52095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672577" y="4107942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8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8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7672578" y="4107941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246888" y="0"/>
                </a:moveTo>
                <a:lnTo>
                  <a:pt x="197118" y="5014"/>
                </a:lnTo>
                <a:lnTo>
                  <a:pt x="150768" y="19395"/>
                </a:lnTo>
                <a:lnTo>
                  <a:pt x="108830" y="42152"/>
                </a:lnTo>
                <a:lnTo>
                  <a:pt x="72294" y="72294"/>
                </a:lnTo>
                <a:lnTo>
                  <a:pt x="42152" y="108830"/>
                </a:lnTo>
                <a:lnTo>
                  <a:pt x="19395" y="150768"/>
                </a:lnTo>
                <a:lnTo>
                  <a:pt x="5014" y="197118"/>
                </a:lnTo>
                <a:lnTo>
                  <a:pt x="0" y="246887"/>
                </a:lnTo>
                <a:lnTo>
                  <a:pt x="5014" y="296657"/>
                </a:lnTo>
                <a:lnTo>
                  <a:pt x="19395" y="343007"/>
                </a:lnTo>
                <a:lnTo>
                  <a:pt x="42152" y="384945"/>
                </a:lnTo>
                <a:lnTo>
                  <a:pt x="72294" y="421481"/>
                </a:lnTo>
                <a:lnTo>
                  <a:pt x="108830" y="451623"/>
                </a:lnTo>
                <a:lnTo>
                  <a:pt x="150768" y="474380"/>
                </a:lnTo>
                <a:lnTo>
                  <a:pt x="197118" y="488761"/>
                </a:lnTo>
                <a:lnTo>
                  <a:pt x="246888" y="493775"/>
                </a:lnTo>
                <a:lnTo>
                  <a:pt x="296657" y="488761"/>
                </a:lnTo>
                <a:lnTo>
                  <a:pt x="343007" y="474380"/>
                </a:lnTo>
                <a:lnTo>
                  <a:pt x="384945" y="451623"/>
                </a:lnTo>
                <a:lnTo>
                  <a:pt x="421481" y="421481"/>
                </a:lnTo>
                <a:lnTo>
                  <a:pt x="451623" y="384945"/>
                </a:lnTo>
                <a:lnTo>
                  <a:pt x="474380" y="343007"/>
                </a:lnTo>
                <a:lnTo>
                  <a:pt x="488761" y="296657"/>
                </a:lnTo>
                <a:lnTo>
                  <a:pt x="493775" y="246887"/>
                </a:lnTo>
                <a:lnTo>
                  <a:pt x="488761" y="197118"/>
                </a:lnTo>
                <a:lnTo>
                  <a:pt x="474380" y="150768"/>
                </a:lnTo>
                <a:lnTo>
                  <a:pt x="451623" y="108830"/>
                </a:lnTo>
                <a:lnTo>
                  <a:pt x="421481" y="72294"/>
                </a:lnTo>
                <a:lnTo>
                  <a:pt x="384945" y="42152"/>
                </a:lnTo>
                <a:lnTo>
                  <a:pt x="343007" y="19395"/>
                </a:lnTo>
                <a:lnTo>
                  <a:pt x="296657" y="5014"/>
                </a:lnTo>
                <a:lnTo>
                  <a:pt x="246888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823072" y="415112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72676" y="4927028"/>
            <a:ext cx="2058035" cy="927735"/>
            <a:chOff x="2872676" y="4927028"/>
            <a:chExt cx="2058035" cy="927735"/>
          </a:xfrm>
        </p:grpSpPr>
        <p:sp>
          <p:nvSpPr>
            <p:cNvPr id="11" name="object 11"/>
            <p:cNvSpPr/>
            <p:nvPr/>
          </p:nvSpPr>
          <p:spPr>
            <a:xfrm>
              <a:off x="4423410" y="494004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423410" y="494004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5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7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97908" y="5446013"/>
              <a:ext cx="151130" cy="408940"/>
            </a:xfrm>
            <a:custGeom>
              <a:avLst/>
              <a:gdLst/>
              <a:ahLst/>
              <a:cxnLst/>
              <a:rect l="l" t="t" r="r" b="b"/>
              <a:pathLst>
                <a:path w="151129" h="408939">
                  <a:moveTo>
                    <a:pt x="0" y="156972"/>
                  </a:moveTo>
                  <a:lnTo>
                    <a:pt x="75437" y="408432"/>
                  </a:lnTo>
                  <a:lnTo>
                    <a:pt x="120700" y="257556"/>
                  </a:lnTo>
                  <a:lnTo>
                    <a:pt x="50291" y="257556"/>
                  </a:lnTo>
                  <a:lnTo>
                    <a:pt x="50291" y="224028"/>
                  </a:lnTo>
                  <a:lnTo>
                    <a:pt x="0" y="156972"/>
                  </a:lnTo>
                  <a:close/>
                </a:path>
                <a:path w="151129" h="408939">
                  <a:moveTo>
                    <a:pt x="50292" y="224028"/>
                  </a:moveTo>
                  <a:lnTo>
                    <a:pt x="50291" y="257556"/>
                  </a:lnTo>
                  <a:lnTo>
                    <a:pt x="75437" y="257556"/>
                  </a:lnTo>
                  <a:lnTo>
                    <a:pt x="50292" y="224028"/>
                  </a:lnTo>
                  <a:close/>
                </a:path>
                <a:path w="151129" h="408939">
                  <a:moveTo>
                    <a:pt x="100583" y="0"/>
                  </a:moveTo>
                  <a:lnTo>
                    <a:pt x="50291" y="0"/>
                  </a:lnTo>
                  <a:lnTo>
                    <a:pt x="50292" y="224028"/>
                  </a:lnTo>
                  <a:lnTo>
                    <a:pt x="75437" y="257556"/>
                  </a:lnTo>
                  <a:lnTo>
                    <a:pt x="100583" y="224028"/>
                  </a:lnTo>
                  <a:lnTo>
                    <a:pt x="100583" y="0"/>
                  </a:lnTo>
                  <a:close/>
                </a:path>
                <a:path w="151129" h="408939">
                  <a:moveTo>
                    <a:pt x="100583" y="224028"/>
                  </a:moveTo>
                  <a:lnTo>
                    <a:pt x="75437" y="257556"/>
                  </a:lnTo>
                  <a:lnTo>
                    <a:pt x="100583" y="257556"/>
                  </a:lnTo>
                  <a:lnTo>
                    <a:pt x="100583" y="224028"/>
                  </a:lnTo>
                  <a:close/>
                </a:path>
                <a:path w="151129" h="408939">
                  <a:moveTo>
                    <a:pt x="150875" y="156972"/>
                  </a:moveTo>
                  <a:lnTo>
                    <a:pt x="100583" y="224028"/>
                  </a:lnTo>
                  <a:lnTo>
                    <a:pt x="100583" y="257556"/>
                  </a:lnTo>
                  <a:lnTo>
                    <a:pt x="120700" y="257556"/>
                  </a:lnTo>
                  <a:lnTo>
                    <a:pt x="150875" y="156972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85694" y="494004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6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885694" y="494004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0" y="246887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296657" y="5014"/>
                  </a:lnTo>
                  <a:lnTo>
                    <a:pt x="343007" y="19395"/>
                  </a:lnTo>
                  <a:lnTo>
                    <a:pt x="384945" y="42152"/>
                  </a:lnTo>
                  <a:lnTo>
                    <a:pt x="421481" y="72294"/>
                  </a:lnTo>
                  <a:lnTo>
                    <a:pt x="451623" y="108830"/>
                  </a:lnTo>
                  <a:lnTo>
                    <a:pt x="474380" y="150768"/>
                  </a:lnTo>
                  <a:lnTo>
                    <a:pt x="488761" y="197118"/>
                  </a:lnTo>
                  <a:lnTo>
                    <a:pt x="493776" y="246887"/>
                  </a:lnTo>
                  <a:lnTo>
                    <a:pt x="488761" y="296657"/>
                  </a:lnTo>
                  <a:lnTo>
                    <a:pt x="474380" y="343007"/>
                  </a:lnTo>
                  <a:lnTo>
                    <a:pt x="451623" y="384945"/>
                  </a:lnTo>
                  <a:lnTo>
                    <a:pt x="421481" y="421481"/>
                  </a:lnTo>
                  <a:lnTo>
                    <a:pt x="384945" y="451623"/>
                  </a:lnTo>
                  <a:lnTo>
                    <a:pt x="343007" y="474380"/>
                  </a:lnTo>
                  <a:lnTo>
                    <a:pt x="296657" y="488761"/>
                  </a:lnTo>
                  <a:lnTo>
                    <a:pt x="246887" y="493775"/>
                  </a:lnTo>
                  <a:lnTo>
                    <a:pt x="197118" y="488761"/>
                  </a:lnTo>
                  <a:lnTo>
                    <a:pt x="150768" y="474380"/>
                  </a:lnTo>
                  <a:lnTo>
                    <a:pt x="108830" y="451623"/>
                  </a:lnTo>
                  <a:lnTo>
                    <a:pt x="72294" y="421481"/>
                  </a:lnTo>
                  <a:lnTo>
                    <a:pt x="42152" y="384945"/>
                  </a:lnTo>
                  <a:lnTo>
                    <a:pt x="19395" y="343007"/>
                  </a:lnTo>
                  <a:lnTo>
                    <a:pt x="5014" y="296657"/>
                  </a:lnTo>
                  <a:lnTo>
                    <a:pt x="0" y="246887"/>
                  </a:lnTo>
                  <a:close/>
                </a:path>
              </a:pathLst>
            </a:custGeom>
            <a:ln w="259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680207" y="4011548"/>
            <a:ext cx="4418330" cy="1364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EBEBEB"/>
                </a:solidFill>
                <a:latin typeface="Courier New"/>
                <a:cs typeface="Courier New"/>
              </a:rPr>
              <a:t>DESCRIBE</a:t>
            </a:r>
            <a:r>
              <a:rPr dirty="0" sz="1600" spc="-50" b="1">
                <a:solidFill>
                  <a:srgbClr val="EBEBEB"/>
                </a:solidFill>
                <a:latin typeface="Courier New"/>
                <a:cs typeface="Courier New"/>
              </a:rPr>
              <a:t> </a:t>
            </a:r>
            <a:r>
              <a:rPr dirty="0" sz="1600" spc="-5" b="1">
                <a:solidFill>
                  <a:srgbClr val="EBEBEB"/>
                </a:solidFill>
                <a:latin typeface="Courier New"/>
                <a:cs typeface="Courier New"/>
              </a:rPr>
              <a:t>employees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tabLst>
                <a:tab pos="866775" algn="l"/>
              </a:tabLst>
            </a:pPr>
            <a:r>
              <a:rPr dirty="0" sz="1600" spc="-5" b="1">
                <a:solidFill>
                  <a:srgbClr val="EBEBEB"/>
                </a:solidFill>
                <a:latin typeface="Courier New"/>
                <a:cs typeface="Courier New"/>
              </a:rPr>
              <a:t>SELECT first_name, last_name, job_id </a:t>
            </a:r>
            <a:r>
              <a:rPr dirty="0" sz="1600" spc="-950" b="1">
                <a:solidFill>
                  <a:srgbClr val="EBEBEB"/>
                </a:solidFill>
                <a:latin typeface="Courier New"/>
                <a:cs typeface="Courier New"/>
              </a:rPr>
              <a:t> </a:t>
            </a:r>
            <a:r>
              <a:rPr dirty="0" sz="1600" spc="-5" b="1">
                <a:solidFill>
                  <a:srgbClr val="EBEBEB"/>
                </a:solidFill>
                <a:latin typeface="Courier New"/>
                <a:cs typeface="Courier New"/>
              </a:rPr>
              <a:t>FROM	employees;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Courier New"/>
              <a:cs typeface="Courier New"/>
            </a:endParaRPr>
          </a:p>
          <a:p>
            <a:pPr marL="367030">
              <a:lnSpc>
                <a:spcPct val="100000"/>
              </a:lnSpc>
              <a:tabLst>
                <a:tab pos="1905000" algn="l"/>
              </a:tabLst>
            </a:pPr>
            <a:r>
              <a:rPr dirty="0" sz="2400" spc="-5" b="1">
                <a:solidFill>
                  <a:srgbClr val="EBEBEB"/>
                </a:solidFill>
                <a:latin typeface="Arial"/>
                <a:cs typeface="Arial"/>
              </a:rPr>
              <a:t>3	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58667" y="5446014"/>
            <a:ext cx="151130" cy="408940"/>
          </a:xfrm>
          <a:custGeom>
            <a:avLst/>
            <a:gdLst/>
            <a:ahLst/>
            <a:cxnLst/>
            <a:rect l="l" t="t" r="r" b="b"/>
            <a:pathLst>
              <a:path w="151130" h="408939">
                <a:moveTo>
                  <a:pt x="0" y="156972"/>
                </a:moveTo>
                <a:lnTo>
                  <a:pt x="75437" y="408432"/>
                </a:lnTo>
                <a:lnTo>
                  <a:pt x="120700" y="257556"/>
                </a:lnTo>
                <a:lnTo>
                  <a:pt x="50292" y="257556"/>
                </a:lnTo>
                <a:lnTo>
                  <a:pt x="50292" y="224028"/>
                </a:lnTo>
                <a:lnTo>
                  <a:pt x="0" y="156972"/>
                </a:lnTo>
                <a:close/>
              </a:path>
              <a:path w="151130" h="408939">
                <a:moveTo>
                  <a:pt x="50292" y="224028"/>
                </a:moveTo>
                <a:lnTo>
                  <a:pt x="50292" y="257556"/>
                </a:lnTo>
                <a:lnTo>
                  <a:pt x="75437" y="257556"/>
                </a:lnTo>
                <a:lnTo>
                  <a:pt x="50292" y="224028"/>
                </a:lnTo>
                <a:close/>
              </a:path>
              <a:path w="151130" h="408939">
                <a:moveTo>
                  <a:pt x="100583" y="0"/>
                </a:moveTo>
                <a:lnTo>
                  <a:pt x="50292" y="0"/>
                </a:lnTo>
                <a:lnTo>
                  <a:pt x="50292" y="224028"/>
                </a:lnTo>
                <a:lnTo>
                  <a:pt x="75437" y="257556"/>
                </a:lnTo>
                <a:lnTo>
                  <a:pt x="100583" y="224028"/>
                </a:lnTo>
                <a:lnTo>
                  <a:pt x="100583" y="0"/>
                </a:lnTo>
                <a:close/>
              </a:path>
              <a:path w="151130" h="408939">
                <a:moveTo>
                  <a:pt x="100583" y="224028"/>
                </a:moveTo>
                <a:lnTo>
                  <a:pt x="75437" y="257556"/>
                </a:lnTo>
                <a:lnTo>
                  <a:pt x="100583" y="257556"/>
                </a:lnTo>
                <a:lnTo>
                  <a:pt x="100583" y="224028"/>
                </a:lnTo>
                <a:close/>
              </a:path>
              <a:path w="151130" h="408939">
                <a:moveTo>
                  <a:pt x="150875" y="156972"/>
                </a:moveTo>
                <a:lnTo>
                  <a:pt x="100583" y="224028"/>
                </a:lnTo>
                <a:lnTo>
                  <a:pt x="100583" y="257556"/>
                </a:lnTo>
                <a:lnTo>
                  <a:pt x="120700" y="257556"/>
                </a:lnTo>
                <a:lnTo>
                  <a:pt x="150875" y="156972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4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SUMMARY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629155" y="5224271"/>
            <a:ext cx="7473315" cy="1012825"/>
            <a:chOff x="1629155" y="5224271"/>
            <a:chExt cx="7473315" cy="1012825"/>
          </a:xfrm>
        </p:grpSpPr>
        <p:sp>
          <p:nvSpPr>
            <p:cNvPr id="4" name="object 4"/>
            <p:cNvSpPr/>
            <p:nvPr/>
          </p:nvSpPr>
          <p:spPr>
            <a:xfrm>
              <a:off x="1692656" y="5288279"/>
              <a:ext cx="7409815" cy="948690"/>
            </a:xfrm>
            <a:custGeom>
              <a:avLst/>
              <a:gdLst/>
              <a:ahLst/>
              <a:cxnLst/>
              <a:rect l="l" t="t" r="r" b="b"/>
              <a:pathLst>
                <a:path w="7409815" h="948689">
                  <a:moveTo>
                    <a:pt x="7409688" y="0"/>
                  </a:moveTo>
                  <a:lnTo>
                    <a:pt x="7333234" y="0"/>
                  </a:lnTo>
                  <a:lnTo>
                    <a:pt x="7333234" y="12700"/>
                  </a:lnTo>
                  <a:lnTo>
                    <a:pt x="7333234" y="25400"/>
                  </a:lnTo>
                  <a:lnTo>
                    <a:pt x="7333234" y="872490"/>
                  </a:lnTo>
                  <a:lnTo>
                    <a:pt x="12954" y="872490"/>
                  </a:lnTo>
                  <a:lnTo>
                    <a:pt x="12954" y="923290"/>
                  </a:lnTo>
                  <a:lnTo>
                    <a:pt x="0" y="923290"/>
                  </a:lnTo>
                  <a:lnTo>
                    <a:pt x="0" y="948690"/>
                  </a:lnTo>
                  <a:lnTo>
                    <a:pt x="7409688" y="948690"/>
                  </a:lnTo>
                  <a:lnTo>
                    <a:pt x="7409688" y="923290"/>
                  </a:lnTo>
                  <a:lnTo>
                    <a:pt x="7409688" y="25400"/>
                  </a:lnTo>
                  <a:lnTo>
                    <a:pt x="7409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42109" y="5237225"/>
              <a:ext cx="7383780" cy="923925"/>
            </a:xfrm>
            <a:custGeom>
              <a:avLst/>
              <a:gdLst/>
              <a:ahLst/>
              <a:cxnLst/>
              <a:rect l="l" t="t" r="r" b="b"/>
              <a:pathLst>
                <a:path w="7383780" h="923925">
                  <a:moveTo>
                    <a:pt x="738378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7383780" y="923544"/>
                  </a:lnTo>
                  <a:lnTo>
                    <a:pt x="73837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42109" y="5237225"/>
              <a:ext cx="7383780" cy="923925"/>
            </a:xfrm>
            <a:custGeom>
              <a:avLst/>
              <a:gdLst/>
              <a:ahLst/>
              <a:cxnLst/>
              <a:rect l="l" t="t" r="r" b="b"/>
              <a:pathLst>
                <a:path w="7383780" h="923925">
                  <a:moveTo>
                    <a:pt x="0" y="923544"/>
                  </a:moveTo>
                  <a:lnTo>
                    <a:pt x="7383780" y="923544"/>
                  </a:lnTo>
                  <a:lnTo>
                    <a:pt x="738378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692655" y="616077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799"/>
                </a:moveTo>
                <a:lnTo>
                  <a:pt x="25907" y="50799"/>
                </a:lnTo>
                <a:lnTo>
                  <a:pt x="25907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20342" y="5384698"/>
            <a:ext cx="845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1254" y="5384698"/>
            <a:ext cx="60325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*|{[DISTINCT]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column|expression</a:t>
            </a:r>
            <a:r>
              <a:rPr dirty="0" sz="1800" spc="-30" b="1" i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</a:t>
            </a:r>
            <a:r>
              <a:rPr dirty="0" sz="1800" spc="-10" b="1" i="1">
                <a:latin typeface="Courier New"/>
                <a:cs typeface="Courier New"/>
              </a:rPr>
              <a:t>alias</a:t>
            </a:r>
            <a:r>
              <a:rPr dirty="0" sz="1800" spc="-10" b="1">
                <a:latin typeface="Courier New"/>
                <a:cs typeface="Courier New"/>
              </a:rPr>
              <a:t>],...}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 i="1">
                <a:latin typeface="Courier New"/>
                <a:cs typeface="Courier New"/>
              </a:rPr>
              <a:t>table;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In</a:t>
            </a:r>
            <a:r>
              <a:rPr dirty="0" spc="15"/>
              <a:t> </a:t>
            </a:r>
            <a:r>
              <a:rPr dirty="0" spc="-5"/>
              <a:t>this</a:t>
            </a:r>
            <a:r>
              <a:rPr dirty="0" spc="15"/>
              <a:t> </a:t>
            </a:r>
            <a:r>
              <a:rPr dirty="0" spc="-5"/>
              <a:t>lesson,</a:t>
            </a:r>
            <a:r>
              <a:rPr dirty="0" spc="20"/>
              <a:t> </a:t>
            </a:r>
            <a:r>
              <a:rPr dirty="0" spc="-10"/>
              <a:t>you</a:t>
            </a:r>
            <a:r>
              <a:rPr dirty="0" spc="40"/>
              <a:t> </a:t>
            </a:r>
            <a:r>
              <a:rPr dirty="0" spc="-5"/>
              <a:t>should</a:t>
            </a:r>
            <a:r>
              <a:rPr dirty="0" spc="30"/>
              <a:t> </a:t>
            </a:r>
            <a:r>
              <a:rPr dirty="0" spc="-5"/>
              <a:t>have</a:t>
            </a:r>
            <a:r>
              <a:rPr dirty="0" spc="25"/>
              <a:t> </a:t>
            </a:r>
            <a:r>
              <a:rPr dirty="0" spc="-5"/>
              <a:t>learned</a:t>
            </a:r>
            <a:r>
              <a:rPr dirty="0" spc="20"/>
              <a:t> </a:t>
            </a:r>
            <a:r>
              <a:rPr dirty="0" spc="-5"/>
              <a:t>how</a:t>
            </a:r>
            <a:r>
              <a:rPr dirty="0" spc="25"/>
              <a:t> </a:t>
            </a:r>
            <a:r>
              <a:rPr dirty="0" spc="-5"/>
              <a:t>to: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9539" rIns="0" bIns="0" rtlCol="0" vert="horz">
            <a:spAutoFit/>
          </a:bodyPr>
          <a:lstStyle/>
          <a:p>
            <a:pPr marL="417830" indent="-405765">
              <a:lnSpc>
                <a:spcPct val="100000"/>
              </a:lnSpc>
              <a:spcBef>
                <a:spcPts val="1019"/>
              </a:spcBef>
              <a:buClr>
                <a:srgbClr val="828282"/>
              </a:buClr>
              <a:buSzPct val="125000"/>
              <a:buFont typeface="Arial"/>
              <a:buChar char="•"/>
              <a:tabLst>
                <a:tab pos="417830" algn="l"/>
                <a:tab pos="418465" algn="l"/>
              </a:tabLst>
            </a:pPr>
            <a:r>
              <a:rPr dirty="0" spc="-40"/>
              <a:t>W</a:t>
            </a:r>
            <a:r>
              <a:rPr dirty="0" spc="-5"/>
              <a:t>rite</a:t>
            </a:r>
            <a:r>
              <a:rPr dirty="0" spc="-5"/>
              <a:t> </a:t>
            </a:r>
            <a:r>
              <a:rPr dirty="0" spc="-5"/>
              <a:t>a</a:t>
            </a:r>
            <a:r>
              <a:rPr dirty="0" spc="10"/>
              <a:t> </a:t>
            </a:r>
            <a:r>
              <a:rPr dirty="0" spc="-5">
                <a:latin typeface="Courier New"/>
                <a:cs typeface="Courier New"/>
              </a:rPr>
              <a:t>SELECT</a:t>
            </a:r>
            <a:r>
              <a:rPr dirty="0" spc="-670">
                <a:latin typeface="Courier New"/>
                <a:cs typeface="Courier New"/>
              </a:rPr>
              <a:t> </a:t>
            </a:r>
            <a:r>
              <a:rPr dirty="0" spc="-5"/>
              <a:t>statem</a:t>
            </a:r>
            <a:r>
              <a:rPr dirty="0" spc="-5"/>
              <a:t>ent</a:t>
            </a:r>
            <a:r>
              <a:rPr dirty="0" spc="25"/>
              <a:t> </a:t>
            </a:r>
            <a:r>
              <a:rPr dirty="0" spc="-5"/>
              <a:t>that:</a:t>
            </a:r>
          </a:p>
          <a:p>
            <a:pPr lvl="1" marL="931544" indent="-400050">
              <a:lnSpc>
                <a:spcPct val="100000"/>
              </a:lnSpc>
              <a:spcBef>
                <a:spcPts val="850"/>
              </a:spcBef>
              <a:buClr>
                <a:srgbClr val="828282"/>
              </a:buClr>
              <a:buFont typeface="Arial"/>
              <a:buChar char="–"/>
              <a:tabLst>
                <a:tab pos="931544" algn="l"/>
                <a:tab pos="932180" algn="l"/>
              </a:tabLst>
            </a:pPr>
            <a:r>
              <a:rPr dirty="0" sz="2000" b="1">
                <a:latin typeface="Arial"/>
                <a:cs typeface="Arial"/>
              </a:rPr>
              <a:t>Returns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all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5" b="1">
                <a:latin typeface="Arial"/>
                <a:cs typeface="Arial"/>
              </a:rPr>
              <a:t>rows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columns</a:t>
            </a:r>
            <a:r>
              <a:rPr dirty="0" sz="2000" spc="-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from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  <a:p>
            <a:pPr lvl="1" marL="931544" indent="-400050">
              <a:lnSpc>
                <a:spcPct val="100000"/>
              </a:lnSpc>
              <a:spcBef>
                <a:spcPts val="720"/>
              </a:spcBef>
              <a:buClr>
                <a:srgbClr val="828282"/>
              </a:buClr>
              <a:buFont typeface="Arial"/>
              <a:buChar char="–"/>
              <a:tabLst>
                <a:tab pos="931544" algn="l"/>
                <a:tab pos="932180" algn="l"/>
              </a:tabLst>
            </a:pPr>
            <a:r>
              <a:rPr dirty="0" sz="2000" b="1">
                <a:latin typeface="Arial"/>
                <a:cs typeface="Arial"/>
              </a:rPr>
              <a:t>Returns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specified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columns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from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  <a:p>
            <a:pPr lvl="1" marL="931544" indent="-400050">
              <a:lnSpc>
                <a:spcPts val="2340"/>
              </a:lnSpc>
              <a:spcBef>
                <a:spcPts val="720"/>
              </a:spcBef>
              <a:buClr>
                <a:srgbClr val="828282"/>
              </a:buClr>
              <a:buFont typeface="Arial"/>
              <a:buChar char="–"/>
              <a:tabLst>
                <a:tab pos="931544" algn="l"/>
                <a:tab pos="932180" algn="l"/>
              </a:tabLst>
            </a:pPr>
            <a:r>
              <a:rPr dirty="0" sz="2000" b="1">
                <a:latin typeface="Arial"/>
                <a:cs typeface="Arial"/>
              </a:rPr>
              <a:t>Uses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column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aliases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to </a:t>
            </a:r>
            <a:r>
              <a:rPr dirty="0" sz="2000" spc="-10" b="1">
                <a:latin typeface="Arial"/>
                <a:cs typeface="Arial"/>
              </a:rPr>
              <a:t>give</a:t>
            </a:r>
            <a:r>
              <a:rPr dirty="0" sz="2000" spc="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descriptive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column</a:t>
            </a:r>
            <a:endParaRPr sz="2000">
              <a:latin typeface="Arial"/>
              <a:cs typeface="Arial"/>
            </a:endParaRPr>
          </a:p>
          <a:p>
            <a:pPr marL="931544">
              <a:lnSpc>
                <a:spcPts val="2340"/>
              </a:lnSpc>
            </a:pPr>
            <a:r>
              <a:rPr dirty="0" sz="2000"/>
              <a:t>headings</a:t>
            </a:r>
            <a:endParaRPr sz="2000"/>
          </a:p>
          <a:p>
            <a:pPr marL="417830" marR="5080" indent="-405765">
              <a:lnSpc>
                <a:spcPts val="2510"/>
              </a:lnSpc>
              <a:spcBef>
                <a:spcPts val="960"/>
              </a:spcBef>
              <a:buClr>
                <a:srgbClr val="828282"/>
              </a:buClr>
              <a:buSzPct val="125000"/>
              <a:buFont typeface="Arial"/>
              <a:buChar char="•"/>
              <a:tabLst>
                <a:tab pos="417830" algn="l"/>
                <a:tab pos="418465" algn="l"/>
              </a:tabLst>
            </a:pPr>
            <a:r>
              <a:rPr dirty="0" spc="-5"/>
              <a:t>Use the</a:t>
            </a:r>
            <a:r>
              <a:rPr dirty="0" spc="35"/>
              <a:t> </a:t>
            </a:r>
            <a:r>
              <a:rPr dirty="0" spc="-5" i="1">
                <a:latin typeface="Times New Roman"/>
                <a:cs typeface="Times New Roman"/>
              </a:rPr>
              <a:t>i</a:t>
            </a:r>
            <a:r>
              <a:rPr dirty="0" spc="-5"/>
              <a:t>SQL*Plus</a:t>
            </a:r>
            <a:r>
              <a:rPr dirty="0" spc="10"/>
              <a:t> </a:t>
            </a:r>
            <a:r>
              <a:rPr dirty="0" spc="-5"/>
              <a:t>environment</a:t>
            </a:r>
            <a:r>
              <a:rPr dirty="0" spc="25"/>
              <a:t> </a:t>
            </a:r>
            <a:r>
              <a:rPr dirty="0" spc="-5"/>
              <a:t>to</a:t>
            </a:r>
            <a:r>
              <a:rPr dirty="0" spc="15"/>
              <a:t> </a:t>
            </a:r>
            <a:r>
              <a:rPr dirty="0"/>
              <a:t>write,</a:t>
            </a:r>
            <a:r>
              <a:rPr dirty="0" spc="-5"/>
              <a:t> save,</a:t>
            </a:r>
            <a:r>
              <a:rPr dirty="0" spc="10"/>
              <a:t> </a:t>
            </a:r>
            <a:r>
              <a:rPr dirty="0" spc="-5"/>
              <a:t>and </a:t>
            </a:r>
            <a:r>
              <a:rPr dirty="0"/>
              <a:t> </a:t>
            </a:r>
            <a:r>
              <a:rPr dirty="0" spc="-5"/>
              <a:t>execute</a:t>
            </a:r>
            <a:r>
              <a:rPr dirty="0" spc="15"/>
              <a:t> </a:t>
            </a:r>
            <a:r>
              <a:rPr dirty="0" spc="-5"/>
              <a:t>SQL</a:t>
            </a:r>
            <a:r>
              <a:rPr dirty="0" spc="-25"/>
              <a:t> </a:t>
            </a:r>
            <a:r>
              <a:rPr dirty="0" spc="-5"/>
              <a:t>statements</a:t>
            </a:r>
            <a:r>
              <a:rPr dirty="0" spc="35"/>
              <a:t> </a:t>
            </a:r>
            <a:r>
              <a:rPr dirty="0" spc="-5"/>
              <a:t>and</a:t>
            </a:r>
            <a:r>
              <a:rPr dirty="0" spc="50"/>
              <a:t> </a:t>
            </a:r>
            <a:r>
              <a:rPr dirty="0" spc="-5" i="1">
                <a:latin typeface="Times New Roman"/>
                <a:cs typeface="Times New Roman"/>
              </a:rPr>
              <a:t>i</a:t>
            </a:r>
            <a:r>
              <a:rPr dirty="0" spc="-5"/>
              <a:t>SQL*Plus</a:t>
            </a:r>
            <a:r>
              <a:rPr dirty="0" spc="25"/>
              <a:t> </a:t>
            </a:r>
            <a:r>
              <a:rPr dirty="0" spc="-5"/>
              <a:t>commands.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  <a:p>
                      <a:pPr marL="1883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PRACTICE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1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4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OVERVIEW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571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477770" y="1947799"/>
            <a:ext cx="6209665" cy="205295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practice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covers</a:t>
            </a:r>
            <a:r>
              <a:rPr dirty="0" sz="1800" spc="-4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following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topics: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Selecting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all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from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different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tables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Describing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structure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tables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Performing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arithmetic calculations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specifying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names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Using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 i="1">
                <a:solidFill>
                  <a:srgbClr val="3C3C3C"/>
                </a:solidFill>
                <a:latin typeface="Times New Roman"/>
                <a:cs typeface="Times New Roman"/>
              </a:rPr>
              <a:t>i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SQL*Plus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Zartasha Baloch</dc:creator>
  <dc:title>Database Management Systems</dc:title>
  <dcterms:created xsi:type="dcterms:W3CDTF">2026-02-17T07:56:31Z</dcterms:created>
  <dcterms:modified xsi:type="dcterms:W3CDTF">2026-02-17T07:56:31Z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2020-06-12T00:00:00Z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2026-02-17T00:00:00Z</vt:filetime>
  </property>
</Properties>
</file>